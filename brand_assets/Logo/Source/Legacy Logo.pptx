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7" r:id="rId6"/>
    <p:sldId id="268" r:id="rId7"/>
    <p:sldId id="265" r:id="rId8"/>
    <p:sldId id="266" r:id="rId9"/>
    <p:sldId id="257" r:id="rId10"/>
    <p:sldId id="258" r:id="rId11"/>
    <p:sldId id="263" r:id="rId12"/>
  </p:sldIdLst>
  <p:sldSz cx="12192000" cy="6858000"/>
  <p:notesSz cx="6858000" cy="9144000"/>
  <p:defaultTextStyle>
    <a:defPPr>
      <a:defRPr lang="sv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D8B"/>
    <a:srgbClr val="7986CB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7491" autoAdjust="0"/>
  </p:normalViewPr>
  <p:slideViewPr>
    <p:cSldViewPr snapToGrid="0">
      <p:cViewPr varScale="1">
        <p:scale>
          <a:sx n="79" d="100"/>
          <a:sy n="79" d="100"/>
        </p:scale>
        <p:origin x="120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E3BB4C4-02F2-4EF5-A679-8A8A84956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55B62AF-A257-45C0-AF88-C2C7162DF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EF669AC-8B9B-4320-952C-60E9AFF2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04F3C9A-45F1-421D-A2F4-33CED700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AA1FA4E-6EB7-4947-8F57-08A6CCA5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76165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3CF0084-0A17-4F4E-9644-9BAC723F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AE1B97A-AA0E-4D15-80E7-936E98538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8B3F65C-8DCD-4A6B-BF1F-EB57F28E5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4F8AE2-8F31-4C5E-8A9D-B63AB4BB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D56F8A6-97B8-47F5-BF1B-2BB8691E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28281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061EF4F-CCDF-446E-BC84-696987A1C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C3F7460-B863-4207-8BAB-8DE771F91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BA8F6E9-D397-4099-B32C-9499C1C1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2C853E3-0CE2-4717-8B1C-C7C52EC80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92E286F-F8DA-4083-977B-1A3E8EB8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29732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411F0E6-DCFD-4902-9ED0-F5470128E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8FDB818-3DEC-4D95-9F21-C6552CB7F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DE0BA7B-8A07-4837-9FD4-3B5BAD646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3D1AC39-1C4E-4724-A2F9-7F79985F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0E0B34B6-61F1-4B37-89FE-D1A418100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5F8FF6C-84A3-4A82-BDC8-E7A63548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3869727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4FBDEC-6FF4-4C7F-BF2C-A0F72C10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5271190-A0DE-466D-8AD0-69B3032C8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234A506-F89D-4573-B2AC-055DCB61F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00455B14-98A3-4175-BB16-D7644616D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6FE174FD-C766-41A7-93C9-B4D829281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9434E118-3BB9-422F-A035-45704B2B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A298691D-C029-4DB4-B133-C3FDE920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F54FC581-B10F-4FF3-8EFF-E9F2A5467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45827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AECEBD2-2D15-4DCB-914B-43CE7074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1ECC89A0-DF14-4C73-9CE8-D3DC9D29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9D6B4AF-7497-4F92-8D71-284E0B28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9C103170-9E72-4E83-A8C5-52BDCE1C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137848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811426BB-B533-4714-B759-54AA5676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00E646E2-A73A-4BDB-A348-8176AF2F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E3F8EB7A-6202-46C8-BDC2-8E0F5A97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360750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86739A3-E2D9-4EE5-A15E-BF2CD33EB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13731EC-56E0-4D29-9B6C-8EF64D634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134CA0D4-1DAD-4AEF-83BD-0A2484A69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96F67EA1-17EE-4C5F-8C2D-EB3D093C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B5CB651-D092-443F-B728-25D3E322A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8CD51C1-94DB-421E-B162-835237F7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1467202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2265A9B-6674-4854-9718-A154D9A1D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798B5697-FB12-4B0D-951F-805F1F12C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FI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65A49DB-EEA0-42DB-9E78-94A0605A7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06ED7206-9AB9-4CDB-AD2E-5CE69424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EDE3437-F60F-462E-A707-4D36554C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EE85321-3B87-46A3-9691-C95311F6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323838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B7B075C-6DE2-4E49-A0EA-DDF705000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949F02D9-780B-47D3-B967-25689E9C1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67EB765-0BAF-41B4-A0F8-2AA70EAE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22817A4-3B82-4D71-9315-63A67011A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7448F9B-5ABF-4595-A9DB-BD4A3B7E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261596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C61E3902-A920-4245-9595-CC8547955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E7542530-1BDA-4424-9AED-11ADA7926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63F3D63-467B-4650-8B65-44A95BBA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7CE9D4D-36A1-4DE7-B307-4ECCFE6D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6D02C7C-13F2-47DE-9DF1-7319C7DF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380726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2BB13C1-E811-4429-B97A-CA811002B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3D8E9A6-1C84-4168-9DCF-F25DE97D8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D5AA2BE-80A4-497A-A78F-C89CBAC5D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F5E0A-C960-404B-8455-F5EC5639D30C}" type="datetimeFigureOut">
              <a:rPr lang="sv-FI" smtClean="0"/>
              <a:t>29-10-2021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D2709B-952F-4A0A-ADE7-B0146917D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5FDA720-B75E-4AFE-BB8B-BE310265B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B4BD3-3F92-439E-8248-2075C3F25122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408446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1031B742-1ED4-46F9-8067-33067C20B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Test and Measurement Solutions</a:t>
            </a:r>
            <a:endParaRPr lang="sv-FI" dirty="0"/>
          </a:p>
          <a:p>
            <a:endParaRPr lang="sv-FI" dirty="0"/>
          </a:p>
        </p:txBody>
      </p:sp>
      <p:grpSp>
        <p:nvGrpSpPr>
          <p:cNvPr id="4" name="Grupp 3">
            <a:extLst>
              <a:ext uri="{FF2B5EF4-FFF2-40B4-BE49-F238E27FC236}">
                <a16:creationId xmlns:a16="http://schemas.microsoft.com/office/drawing/2014/main" id="{26458B03-0241-41AD-8FB2-5A356A43DC02}"/>
              </a:ext>
            </a:extLst>
          </p:cNvPr>
          <p:cNvGrpSpPr/>
          <p:nvPr/>
        </p:nvGrpSpPr>
        <p:grpSpPr>
          <a:xfrm rot="10800000">
            <a:off x="4157102" y="2482252"/>
            <a:ext cx="720000" cy="655400"/>
            <a:chOff x="6368034" y="4391026"/>
            <a:chExt cx="720000" cy="655400"/>
          </a:xfrm>
        </p:grpSpPr>
        <p:sp>
          <p:nvSpPr>
            <p:cNvPr id="5" name="Sexhörning 4">
              <a:extLst>
                <a:ext uri="{FF2B5EF4-FFF2-40B4-BE49-F238E27FC236}">
                  <a16:creationId xmlns:a16="http://schemas.microsoft.com/office/drawing/2014/main" id="{F62D70AE-128B-41D0-AEB5-14EFB222695B}"/>
                </a:ext>
              </a:extLst>
            </p:cNvPr>
            <p:cNvSpPr/>
            <p:nvPr/>
          </p:nvSpPr>
          <p:spPr>
            <a:xfrm rot="1822247">
              <a:off x="6368034" y="4423626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6" name="Likbent triangel 5">
              <a:extLst>
                <a:ext uri="{FF2B5EF4-FFF2-40B4-BE49-F238E27FC236}">
                  <a16:creationId xmlns:a16="http://schemas.microsoft.com/office/drawing/2014/main" id="{F23B4AB2-771E-496B-8A3A-84741FE87D4A}"/>
                </a:ext>
              </a:extLst>
            </p:cNvPr>
            <p:cNvSpPr/>
            <p:nvPr/>
          </p:nvSpPr>
          <p:spPr>
            <a:xfrm>
              <a:off x="6428345" y="4391026"/>
              <a:ext cx="603885" cy="5219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sp>
        <p:nvSpPr>
          <p:cNvPr id="7" name="textruta 6">
            <a:extLst>
              <a:ext uri="{FF2B5EF4-FFF2-40B4-BE49-F238E27FC236}">
                <a16:creationId xmlns:a16="http://schemas.microsoft.com/office/drawing/2014/main" id="{A00FADE1-7F4C-4DAC-BC52-714E03995D6C}"/>
              </a:ext>
            </a:extLst>
          </p:cNvPr>
          <p:cNvSpPr txBox="1"/>
          <p:nvPr/>
        </p:nvSpPr>
        <p:spPr>
          <a:xfrm>
            <a:off x="4934286" y="2105561"/>
            <a:ext cx="5294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>
                <a:latin typeface="Franklin Gothic Demi Cond" panose="020B0706030402020204" pitchFamily="34" charset="0"/>
              </a:rPr>
              <a:t>ASTEME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59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1031B742-1ED4-46F9-8067-33067C20B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Test and Measurement Solutions</a:t>
            </a:r>
            <a:endParaRPr lang="sv-FI" dirty="0"/>
          </a:p>
          <a:p>
            <a:endParaRPr lang="sv-FI" dirty="0"/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765B2C07-3CCF-4FA7-B7ED-0F06446E9DC1}"/>
              </a:ext>
            </a:extLst>
          </p:cNvPr>
          <p:cNvGrpSpPr/>
          <p:nvPr/>
        </p:nvGrpSpPr>
        <p:grpSpPr>
          <a:xfrm>
            <a:off x="3975931" y="2105561"/>
            <a:ext cx="4240138" cy="1323439"/>
            <a:chOff x="4157102" y="2105561"/>
            <a:chExt cx="4240138" cy="1323439"/>
          </a:xfrm>
        </p:grpSpPr>
        <p:grpSp>
          <p:nvGrpSpPr>
            <p:cNvPr id="4" name="Grupp 3">
              <a:extLst>
                <a:ext uri="{FF2B5EF4-FFF2-40B4-BE49-F238E27FC236}">
                  <a16:creationId xmlns:a16="http://schemas.microsoft.com/office/drawing/2014/main" id="{26458B03-0241-41AD-8FB2-5A356A43DC02}"/>
                </a:ext>
              </a:extLst>
            </p:cNvPr>
            <p:cNvGrpSpPr/>
            <p:nvPr/>
          </p:nvGrpSpPr>
          <p:grpSpPr>
            <a:xfrm>
              <a:off x="4157102" y="2482252"/>
              <a:ext cx="720000" cy="655400"/>
              <a:chOff x="6368034" y="4391026"/>
              <a:chExt cx="720000" cy="655400"/>
            </a:xfrm>
          </p:grpSpPr>
          <p:sp>
            <p:nvSpPr>
              <p:cNvPr id="5" name="Sexhörning 4">
                <a:extLst>
                  <a:ext uri="{FF2B5EF4-FFF2-40B4-BE49-F238E27FC236}">
                    <a16:creationId xmlns:a16="http://schemas.microsoft.com/office/drawing/2014/main" id="{F62D70AE-128B-41D0-AEB5-14EFB222695B}"/>
                  </a:ext>
                </a:extLst>
              </p:cNvPr>
              <p:cNvSpPr/>
              <p:nvPr/>
            </p:nvSpPr>
            <p:spPr>
              <a:xfrm rot="1822247">
                <a:off x="6368034" y="4423626"/>
                <a:ext cx="720000" cy="622800"/>
              </a:xfrm>
              <a:prstGeom prst="hexagon">
                <a:avLst>
                  <a:gd name="adj" fmla="val 29323"/>
                  <a:gd name="vf" fmla="val 115470"/>
                </a:avLst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FI"/>
              </a:p>
            </p:txBody>
          </p:sp>
          <p:sp>
            <p:nvSpPr>
              <p:cNvPr id="6" name="Likbent triangel 5">
                <a:extLst>
                  <a:ext uri="{FF2B5EF4-FFF2-40B4-BE49-F238E27FC236}">
                    <a16:creationId xmlns:a16="http://schemas.microsoft.com/office/drawing/2014/main" id="{F23B4AB2-771E-496B-8A3A-84741FE87D4A}"/>
                  </a:ext>
                </a:extLst>
              </p:cNvPr>
              <p:cNvSpPr/>
              <p:nvPr/>
            </p:nvSpPr>
            <p:spPr>
              <a:xfrm>
                <a:off x="6428345" y="4391026"/>
                <a:ext cx="603885" cy="521970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FI"/>
              </a:p>
            </p:txBody>
          </p:sp>
        </p:grpSp>
        <p:sp>
          <p:nvSpPr>
            <p:cNvPr id="7" name="textruta 6">
              <a:extLst>
                <a:ext uri="{FF2B5EF4-FFF2-40B4-BE49-F238E27FC236}">
                  <a16:creationId xmlns:a16="http://schemas.microsoft.com/office/drawing/2014/main" id="{A00FADE1-7F4C-4DAC-BC52-714E03995D6C}"/>
                </a:ext>
              </a:extLst>
            </p:cNvPr>
            <p:cNvSpPr txBox="1"/>
            <p:nvPr/>
          </p:nvSpPr>
          <p:spPr>
            <a:xfrm>
              <a:off x="4934286" y="2105561"/>
              <a:ext cx="346295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0" b="1" dirty="0">
                  <a:latin typeface="Franklin Gothic Demi Cond" panose="020B0706030402020204" pitchFamily="34" charset="0"/>
                </a:rPr>
                <a:t>ASTEMS</a:t>
              </a:r>
              <a:endParaRPr lang="sv-FI" sz="12000" b="1" dirty="0">
                <a:latin typeface="Franklin Gothic Demi Cond" panose="020B07060304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615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1031B742-1ED4-46F9-8067-33067C20B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Test and Measurement Solutions</a:t>
            </a:r>
            <a:endParaRPr lang="sv-FI" dirty="0"/>
          </a:p>
        </p:txBody>
      </p:sp>
      <p:grpSp>
        <p:nvGrpSpPr>
          <p:cNvPr id="2" name="Grupp 1">
            <a:extLst>
              <a:ext uri="{FF2B5EF4-FFF2-40B4-BE49-F238E27FC236}">
                <a16:creationId xmlns:a16="http://schemas.microsoft.com/office/drawing/2014/main" id="{C8112959-C029-465B-A851-7CF024E80711}"/>
              </a:ext>
            </a:extLst>
          </p:cNvPr>
          <p:cNvGrpSpPr/>
          <p:nvPr/>
        </p:nvGrpSpPr>
        <p:grpSpPr>
          <a:xfrm>
            <a:off x="3968311" y="2105561"/>
            <a:ext cx="4255378" cy="1323439"/>
            <a:chOff x="4157102" y="2105561"/>
            <a:chExt cx="4255378" cy="1323439"/>
          </a:xfrm>
        </p:grpSpPr>
        <p:grpSp>
          <p:nvGrpSpPr>
            <p:cNvPr id="4" name="Grupp 3">
              <a:extLst>
                <a:ext uri="{FF2B5EF4-FFF2-40B4-BE49-F238E27FC236}">
                  <a16:creationId xmlns:a16="http://schemas.microsoft.com/office/drawing/2014/main" id="{26458B03-0241-41AD-8FB2-5A356A43DC02}"/>
                </a:ext>
              </a:extLst>
            </p:cNvPr>
            <p:cNvGrpSpPr/>
            <p:nvPr/>
          </p:nvGrpSpPr>
          <p:grpSpPr>
            <a:xfrm rot="10800000">
              <a:off x="4157102" y="2482252"/>
              <a:ext cx="720000" cy="655400"/>
              <a:chOff x="6368034" y="4391026"/>
              <a:chExt cx="720000" cy="655400"/>
            </a:xfrm>
          </p:grpSpPr>
          <p:sp>
            <p:nvSpPr>
              <p:cNvPr id="5" name="Sexhörning 4">
                <a:extLst>
                  <a:ext uri="{FF2B5EF4-FFF2-40B4-BE49-F238E27FC236}">
                    <a16:creationId xmlns:a16="http://schemas.microsoft.com/office/drawing/2014/main" id="{F62D70AE-128B-41D0-AEB5-14EFB222695B}"/>
                  </a:ext>
                </a:extLst>
              </p:cNvPr>
              <p:cNvSpPr/>
              <p:nvPr/>
            </p:nvSpPr>
            <p:spPr>
              <a:xfrm rot="1822247">
                <a:off x="6368034" y="4423626"/>
                <a:ext cx="720000" cy="622800"/>
              </a:xfrm>
              <a:prstGeom prst="hexagon">
                <a:avLst>
                  <a:gd name="adj" fmla="val 29323"/>
                  <a:gd name="vf" fmla="val 115470"/>
                </a:avLst>
              </a:prstGeom>
              <a:solidFill>
                <a:srgbClr val="607D8B"/>
              </a:solidFill>
              <a:ln>
                <a:solidFill>
                  <a:srgbClr val="607D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FI"/>
              </a:p>
            </p:txBody>
          </p:sp>
          <p:sp>
            <p:nvSpPr>
              <p:cNvPr id="6" name="Likbent triangel 5">
                <a:extLst>
                  <a:ext uri="{FF2B5EF4-FFF2-40B4-BE49-F238E27FC236}">
                    <a16:creationId xmlns:a16="http://schemas.microsoft.com/office/drawing/2014/main" id="{F23B4AB2-771E-496B-8A3A-84741FE87D4A}"/>
                  </a:ext>
                </a:extLst>
              </p:cNvPr>
              <p:cNvSpPr/>
              <p:nvPr/>
            </p:nvSpPr>
            <p:spPr>
              <a:xfrm>
                <a:off x="6428345" y="4391026"/>
                <a:ext cx="603885" cy="521970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rgbClr val="607D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FI"/>
              </a:p>
            </p:txBody>
          </p:sp>
        </p:grpSp>
        <p:sp>
          <p:nvSpPr>
            <p:cNvPr id="7" name="textruta 6">
              <a:extLst>
                <a:ext uri="{FF2B5EF4-FFF2-40B4-BE49-F238E27FC236}">
                  <a16:creationId xmlns:a16="http://schemas.microsoft.com/office/drawing/2014/main" id="{A00FADE1-7F4C-4DAC-BC52-714E03995D6C}"/>
                </a:ext>
              </a:extLst>
            </p:cNvPr>
            <p:cNvSpPr txBox="1"/>
            <p:nvPr/>
          </p:nvSpPr>
          <p:spPr>
            <a:xfrm>
              <a:off x="4934286" y="2105561"/>
              <a:ext cx="347819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0" b="1" dirty="0">
                  <a:latin typeface="Franklin Gothic Demi Cond" panose="020B0706030402020204" pitchFamily="34" charset="0"/>
                </a:rPr>
                <a:t>ASTEMS</a:t>
              </a:r>
              <a:endParaRPr lang="sv-FI" sz="12000" b="1" dirty="0">
                <a:latin typeface="Franklin Gothic Demi Cond" panose="020B07060304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215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1031B742-1ED4-46F9-8067-33067C20B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Test and Measurement Solutions</a:t>
            </a:r>
            <a:endParaRPr lang="sv-FI" dirty="0"/>
          </a:p>
          <a:p>
            <a:endParaRPr lang="sv-FI" dirty="0"/>
          </a:p>
        </p:txBody>
      </p:sp>
      <p:grpSp>
        <p:nvGrpSpPr>
          <p:cNvPr id="4" name="Grupp 3">
            <a:extLst>
              <a:ext uri="{FF2B5EF4-FFF2-40B4-BE49-F238E27FC236}">
                <a16:creationId xmlns:a16="http://schemas.microsoft.com/office/drawing/2014/main" id="{26458B03-0241-41AD-8FB2-5A356A43DC02}"/>
              </a:ext>
            </a:extLst>
          </p:cNvPr>
          <p:cNvGrpSpPr/>
          <p:nvPr/>
        </p:nvGrpSpPr>
        <p:grpSpPr>
          <a:xfrm rot="10800000">
            <a:off x="3821822" y="2482252"/>
            <a:ext cx="720000" cy="655400"/>
            <a:chOff x="6368034" y="4391026"/>
            <a:chExt cx="720000" cy="655400"/>
          </a:xfrm>
        </p:grpSpPr>
        <p:sp>
          <p:nvSpPr>
            <p:cNvPr id="5" name="Sexhörning 4">
              <a:extLst>
                <a:ext uri="{FF2B5EF4-FFF2-40B4-BE49-F238E27FC236}">
                  <a16:creationId xmlns:a16="http://schemas.microsoft.com/office/drawing/2014/main" id="{F62D70AE-128B-41D0-AEB5-14EFB222695B}"/>
                </a:ext>
              </a:extLst>
            </p:cNvPr>
            <p:cNvSpPr/>
            <p:nvPr/>
          </p:nvSpPr>
          <p:spPr>
            <a:xfrm rot="1822247">
              <a:off x="6368034" y="4423626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  <a:solidFill>
              <a:srgbClr val="607D8B"/>
            </a:solidFill>
            <a:ln>
              <a:solidFill>
                <a:srgbClr val="607D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6" name="Likbent triangel 5">
              <a:extLst>
                <a:ext uri="{FF2B5EF4-FFF2-40B4-BE49-F238E27FC236}">
                  <a16:creationId xmlns:a16="http://schemas.microsoft.com/office/drawing/2014/main" id="{F23B4AB2-771E-496B-8A3A-84741FE87D4A}"/>
                </a:ext>
              </a:extLst>
            </p:cNvPr>
            <p:cNvSpPr/>
            <p:nvPr/>
          </p:nvSpPr>
          <p:spPr>
            <a:xfrm>
              <a:off x="6428345" y="4391026"/>
              <a:ext cx="603885" cy="521970"/>
            </a:xfrm>
            <a:prstGeom prst="triangle">
              <a:avLst/>
            </a:prstGeom>
            <a:solidFill>
              <a:schemeClr val="bg1"/>
            </a:solidFill>
            <a:ln>
              <a:solidFill>
                <a:srgbClr val="607D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sp>
        <p:nvSpPr>
          <p:cNvPr id="7" name="textruta 6">
            <a:extLst>
              <a:ext uri="{FF2B5EF4-FFF2-40B4-BE49-F238E27FC236}">
                <a16:creationId xmlns:a16="http://schemas.microsoft.com/office/drawing/2014/main" id="{A00FADE1-7F4C-4DAC-BC52-714E03995D6C}"/>
              </a:ext>
            </a:extLst>
          </p:cNvPr>
          <p:cNvSpPr txBox="1"/>
          <p:nvPr/>
        </p:nvSpPr>
        <p:spPr>
          <a:xfrm>
            <a:off x="4599006" y="2105561"/>
            <a:ext cx="5294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latin typeface="Franklin Gothic Demi Cond" panose="020B0706030402020204" pitchFamily="34" charset="0"/>
              </a:rPr>
              <a:t>ASTEME</a:t>
            </a:r>
            <a:endParaRPr lang="sv-FI" sz="12000" dirty="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2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 3">
            <a:extLst>
              <a:ext uri="{FF2B5EF4-FFF2-40B4-BE49-F238E27FC236}">
                <a16:creationId xmlns:a16="http://schemas.microsoft.com/office/drawing/2014/main" id="{26458B03-0241-41AD-8FB2-5A356A43DC02}"/>
              </a:ext>
            </a:extLst>
          </p:cNvPr>
          <p:cNvGrpSpPr/>
          <p:nvPr/>
        </p:nvGrpSpPr>
        <p:grpSpPr>
          <a:xfrm rot="10800000">
            <a:off x="3877242" y="2482252"/>
            <a:ext cx="720000" cy="655400"/>
            <a:chOff x="6368034" y="4391026"/>
            <a:chExt cx="720000" cy="655400"/>
          </a:xfrm>
        </p:grpSpPr>
        <p:sp>
          <p:nvSpPr>
            <p:cNvPr id="5" name="Sexhörning 4">
              <a:extLst>
                <a:ext uri="{FF2B5EF4-FFF2-40B4-BE49-F238E27FC236}">
                  <a16:creationId xmlns:a16="http://schemas.microsoft.com/office/drawing/2014/main" id="{F62D70AE-128B-41D0-AEB5-14EFB222695B}"/>
                </a:ext>
              </a:extLst>
            </p:cNvPr>
            <p:cNvSpPr/>
            <p:nvPr/>
          </p:nvSpPr>
          <p:spPr>
            <a:xfrm rot="1822247">
              <a:off x="6368034" y="4423626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  <a:solidFill>
              <a:srgbClr val="607D8B"/>
            </a:solidFill>
            <a:ln>
              <a:solidFill>
                <a:srgbClr val="607D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6" name="Likbent triangel 5">
              <a:extLst>
                <a:ext uri="{FF2B5EF4-FFF2-40B4-BE49-F238E27FC236}">
                  <a16:creationId xmlns:a16="http://schemas.microsoft.com/office/drawing/2014/main" id="{F23B4AB2-771E-496B-8A3A-84741FE87D4A}"/>
                </a:ext>
              </a:extLst>
            </p:cNvPr>
            <p:cNvSpPr/>
            <p:nvPr/>
          </p:nvSpPr>
          <p:spPr>
            <a:xfrm>
              <a:off x="6428345" y="4391026"/>
              <a:ext cx="603885" cy="521970"/>
            </a:xfrm>
            <a:prstGeom prst="triangle">
              <a:avLst/>
            </a:prstGeom>
            <a:solidFill>
              <a:schemeClr val="bg1"/>
            </a:solidFill>
            <a:ln>
              <a:solidFill>
                <a:srgbClr val="607D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sp>
        <p:nvSpPr>
          <p:cNvPr id="3" name="Underrubrik 2">
            <a:extLst>
              <a:ext uri="{FF2B5EF4-FFF2-40B4-BE49-F238E27FC236}">
                <a16:creationId xmlns:a16="http://schemas.microsoft.com/office/drawing/2014/main" id="{1031B742-1ED4-46F9-8067-33067C20B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Test and Measurement Solutions</a:t>
            </a:r>
            <a:endParaRPr lang="sv-FI" dirty="0"/>
          </a:p>
          <a:p>
            <a:endParaRPr lang="sv-FI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A00FADE1-7F4C-4DAC-BC52-714E03995D6C}"/>
              </a:ext>
            </a:extLst>
          </p:cNvPr>
          <p:cNvSpPr txBox="1"/>
          <p:nvPr/>
        </p:nvSpPr>
        <p:spPr>
          <a:xfrm>
            <a:off x="4599006" y="2105561"/>
            <a:ext cx="5294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>
                <a:latin typeface="Franklin Gothic Demi Cond" panose="020B0706030402020204" pitchFamily="34" charset="0"/>
              </a:rPr>
              <a:t>ASTEME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19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 3">
            <a:extLst>
              <a:ext uri="{FF2B5EF4-FFF2-40B4-BE49-F238E27FC236}">
                <a16:creationId xmlns:a16="http://schemas.microsoft.com/office/drawing/2014/main" id="{26458B03-0241-41AD-8FB2-5A356A43DC02}"/>
              </a:ext>
            </a:extLst>
          </p:cNvPr>
          <p:cNvGrpSpPr/>
          <p:nvPr/>
        </p:nvGrpSpPr>
        <p:grpSpPr>
          <a:xfrm rot="10800000">
            <a:off x="3877242" y="2482252"/>
            <a:ext cx="720000" cy="655400"/>
            <a:chOff x="6368034" y="4391026"/>
            <a:chExt cx="720000" cy="655400"/>
          </a:xfrm>
        </p:grpSpPr>
        <p:sp>
          <p:nvSpPr>
            <p:cNvPr id="5" name="Sexhörning 4">
              <a:extLst>
                <a:ext uri="{FF2B5EF4-FFF2-40B4-BE49-F238E27FC236}">
                  <a16:creationId xmlns:a16="http://schemas.microsoft.com/office/drawing/2014/main" id="{F62D70AE-128B-41D0-AEB5-14EFB222695B}"/>
                </a:ext>
              </a:extLst>
            </p:cNvPr>
            <p:cNvSpPr/>
            <p:nvPr/>
          </p:nvSpPr>
          <p:spPr>
            <a:xfrm rot="1822247">
              <a:off x="6368034" y="4423626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  <a:solidFill>
              <a:srgbClr val="607D8B"/>
            </a:solidFill>
            <a:ln>
              <a:solidFill>
                <a:srgbClr val="607D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6" name="Likbent triangel 5">
              <a:extLst>
                <a:ext uri="{FF2B5EF4-FFF2-40B4-BE49-F238E27FC236}">
                  <a16:creationId xmlns:a16="http://schemas.microsoft.com/office/drawing/2014/main" id="{F23B4AB2-771E-496B-8A3A-84741FE87D4A}"/>
                </a:ext>
              </a:extLst>
            </p:cNvPr>
            <p:cNvSpPr/>
            <p:nvPr/>
          </p:nvSpPr>
          <p:spPr>
            <a:xfrm>
              <a:off x="6428345" y="4391026"/>
              <a:ext cx="603885" cy="521970"/>
            </a:xfrm>
            <a:prstGeom prst="triangle">
              <a:avLst/>
            </a:prstGeom>
            <a:solidFill>
              <a:schemeClr val="bg1"/>
            </a:solidFill>
            <a:ln>
              <a:solidFill>
                <a:srgbClr val="607D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sp>
        <p:nvSpPr>
          <p:cNvPr id="3" name="Underrubrik 2">
            <a:extLst>
              <a:ext uri="{FF2B5EF4-FFF2-40B4-BE49-F238E27FC236}">
                <a16:creationId xmlns:a16="http://schemas.microsoft.com/office/drawing/2014/main" id="{1031B742-1ED4-46F9-8067-33067C20B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Test and Measurement Solutions</a:t>
            </a:r>
            <a:endParaRPr lang="sv-FI" dirty="0"/>
          </a:p>
          <a:p>
            <a:endParaRPr lang="sv-FI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A00FADE1-7F4C-4DAC-BC52-714E03995D6C}"/>
              </a:ext>
            </a:extLst>
          </p:cNvPr>
          <p:cNvSpPr txBox="1"/>
          <p:nvPr/>
        </p:nvSpPr>
        <p:spPr>
          <a:xfrm>
            <a:off x="4599006" y="2105561"/>
            <a:ext cx="5294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>
                <a:latin typeface="Franklin Gothic Demi Cond" panose="020B0706030402020204" pitchFamily="34" charset="0"/>
              </a:rPr>
              <a:t>ASTEME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  <p:pic>
        <p:nvPicPr>
          <p:cNvPr id="13" name="Bildobjekt 12" descr="En bild som visar paraply, accessoarer&#10;&#10;Automatiskt genererad beskrivning">
            <a:extLst>
              <a:ext uri="{FF2B5EF4-FFF2-40B4-BE49-F238E27FC236}">
                <a16:creationId xmlns:a16="http://schemas.microsoft.com/office/drawing/2014/main" id="{7E039B30-5D48-4CAA-91CB-77AA9CED1A8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59" y="398698"/>
            <a:ext cx="658083" cy="705600"/>
          </a:xfrm>
          <a:prstGeom prst="rect">
            <a:avLst/>
          </a:prstGeom>
        </p:spPr>
      </p:pic>
      <p:sp>
        <p:nvSpPr>
          <p:cNvPr id="14" name="Underrubrik 2">
            <a:extLst>
              <a:ext uri="{FF2B5EF4-FFF2-40B4-BE49-F238E27FC236}">
                <a16:creationId xmlns:a16="http://schemas.microsoft.com/office/drawing/2014/main" id="{9FEF1FAA-0077-494B-B214-9CDE57674A61}"/>
              </a:ext>
            </a:extLst>
          </p:cNvPr>
          <p:cNvSpPr txBox="1">
            <a:spLocks/>
          </p:cNvSpPr>
          <p:nvPr/>
        </p:nvSpPr>
        <p:spPr>
          <a:xfrm>
            <a:off x="-1981200" y="158397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Test and Measurement Solutions</a:t>
            </a:r>
            <a:endParaRPr lang="sv-FI"/>
          </a:p>
          <a:p>
            <a:endParaRPr lang="sv-FI" dirty="0"/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23A690A0-6919-49E4-8161-B19D1FAD938B}"/>
              </a:ext>
            </a:extLst>
          </p:cNvPr>
          <p:cNvSpPr txBox="1"/>
          <p:nvPr/>
        </p:nvSpPr>
        <p:spPr>
          <a:xfrm>
            <a:off x="1093806" y="87499"/>
            <a:ext cx="5294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>
                <a:latin typeface="Franklin Gothic Demi Cond" panose="020B0706030402020204" pitchFamily="34" charset="0"/>
              </a:rPr>
              <a:t>ASTEME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  <p:sp>
        <p:nvSpPr>
          <p:cNvPr id="16" name="Underrubrik 2">
            <a:extLst>
              <a:ext uri="{FF2B5EF4-FFF2-40B4-BE49-F238E27FC236}">
                <a16:creationId xmlns:a16="http://schemas.microsoft.com/office/drawing/2014/main" id="{548A057F-05CF-40A1-86D2-86E4162EC423}"/>
              </a:ext>
            </a:extLst>
          </p:cNvPr>
          <p:cNvSpPr txBox="1">
            <a:spLocks/>
          </p:cNvSpPr>
          <p:nvPr/>
        </p:nvSpPr>
        <p:spPr>
          <a:xfrm>
            <a:off x="4536931" y="561550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Test and Measurement Solutions</a:t>
            </a:r>
            <a:endParaRPr lang="sv-FI"/>
          </a:p>
          <a:p>
            <a:endParaRPr lang="sv-FI" dirty="0"/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1C32F44E-8879-47C9-9C29-05DF24E8ADF9}"/>
              </a:ext>
            </a:extLst>
          </p:cNvPr>
          <p:cNvSpPr txBox="1"/>
          <p:nvPr/>
        </p:nvSpPr>
        <p:spPr>
          <a:xfrm>
            <a:off x="7611937" y="4119028"/>
            <a:ext cx="5294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>
                <a:latin typeface="Franklin Gothic Demi Cond" panose="020B0706030402020204" pitchFamily="34" charset="0"/>
              </a:rPr>
              <a:t>ASTEME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  <p:pic>
        <p:nvPicPr>
          <p:cNvPr id="18" name="Bildobjekt 17" descr="En bild som visar paraply&#10;&#10;Automatiskt genererad beskrivning">
            <a:extLst>
              <a:ext uri="{FF2B5EF4-FFF2-40B4-BE49-F238E27FC236}">
                <a16:creationId xmlns:a16="http://schemas.microsoft.com/office/drawing/2014/main" id="{2A1AC5CF-1693-4BAE-A967-EB1BB994A9C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583" y="4428841"/>
            <a:ext cx="703812" cy="70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8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1031B742-1ED4-46F9-8067-33067C20B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Test and Measurement Solutions</a:t>
            </a:r>
            <a:endParaRPr lang="sv-FI" dirty="0"/>
          </a:p>
          <a:p>
            <a:endParaRPr lang="sv-FI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A00FADE1-7F4C-4DAC-BC52-714E03995D6C}"/>
              </a:ext>
            </a:extLst>
          </p:cNvPr>
          <p:cNvSpPr txBox="1"/>
          <p:nvPr/>
        </p:nvSpPr>
        <p:spPr>
          <a:xfrm>
            <a:off x="4599006" y="2105561"/>
            <a:ext cx="5294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>
                <a:latin typeface="Franklin Gothic Demi Cond" panose="020B0706030402020204" pitchFamily="34" charset="0"/>
              </a:rPr>
              <a:t>ASTEME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  <p:pic>
        <p:nvPicPr>
          <p:cNvPr id="8" name="Bildobjekt 7" descr="En bild som visar paraply&#10;&#10;Automatiskt genererad beskrivning">
            <a:extLst>
              <a:ext uri="{FF2B5EF4-FFF2-40B4-BE49-F238E27FC236}">
                <a16:creationId xmlns:a16="http://schemas.microsoft.com/office/drawing/2014/main" id="{2E2A0F50-14AA-4C70-AE97-AFB7A0A9DCC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652" y="2415374"/>
            <a:ext cx="703812" cy="70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6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 descr="En bild som visar paraply, accessoarer&#10;&#10;Automatiskt genererad beskrivning">
            <a:extLst>
              <a:ext uri="{FF2B5EF4-FFF2-40B4-BE49-F238E27FC236}">
                <a16:creationId xmlns:a16="http://schemas.microsoft.com/office/drawing/2014/main" id="{3A5B35C3-2659-497F-9126-288FE6302A2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859" y="2416760"/>
            <a:ext cx="658083" cy="705600"/>
          </a:xfrm>
          <a:prstGeom prst="rect">
            <a:avLst/>
          </a:prstGeom>
        </p:spPr>
      </p:pic>
      <p:sp>
        <p:nvSpPr>
          <p:cNvPr id="3" name="Underrubrik 2">
            <a:extLst>
              <a:ext uri="{FF2B5EF4-FFF2-40B4-BE49-F238E27FC236}">
                <a16:creationId xmlns:a16="http://schemas.microsoft.com/office/drawing/2014/main" id="{1031B742-1ED4-46F9-8067-33067C20B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Test and Measurement Solutions</a:t>
            </a:r>
            <a:endParaRPr lang="sv-FI" dirty="0"/>
          </a:p>
          <a:p>
            <a:endParaRPr lang="sv-FI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A00FADE1-7F4C-4DAC-BC52-714E03995D6C}"/>
              </a:ext>
            </a:extLst>
          </p:cNvPr>
          <p:cNvSpPr txBox="1"/>
          <p:nvPr/>
        </p:nvSpPr>
        <p:spPr>
          <a:xfrm>
            <a:off x="4599006" y="2105561"/>
            <a:ext cx="5294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>
                <a:latin typeface="Franklin Gothic Demi Cond" panose="020B0706030402020204" pitchFamily="34" charset="0"/>
              </a:rPr>
              <a:t>ASTEME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435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A87B757-BD52-47BC-8242-A9FDB2FE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FI" dirty="0"/>
          </a:p>
        </p:txBody>
      </p:sp>
      <p:grpSp>
        <p:nvGrpSpPr>
          <p:cNvPr id="28" name="Grupp 27">
            <a:extLst>
              <a:ext uri="{FF2B5EF4-FFF2-40B4-BE49-F238E27FC236}">
                <a16:creationId xmlns:a16="http://schemas.microsoft.com/office/drawing/2014/main" id="{68BB7EC2-501B-4C1E-B058-258CF3F4BF21}"/>
              </a:ext>
            </a:extLst>
          </p:cNvPr>
          <p:cNvGrpSpPr/>
          <p:nvPr/>
        </p:nvGrpSpPr>
        <p:grpSpPr>
          <a:xfrm>
            <a:off x="1880884" y="2066925"/>
            <a:ext cx="720000" cy="756285"/>
            <a:chOff x="1880884" y="2066925"/>
            <a:chExt cx="720000" cy="756285"/>
          </a:xfrm>
        </p:grpSpPr>
        <p:sp>
          <p:nvSpPr>
            <p:cNvPr id="4" name="Sexhörning 3">
              <a:extLst>
                <a:ext uri="{FF2B5EF4-FFF2-40B4-BE49-F238E27FC236}">
                  <a16:creationId xmlns:a16="http://schemas.microsoft.com/office/drawing/2014/main" id="{9C2CA94C-97B8-4BFE-A987-8509187B72F7}"/>
                </a:ext>
              </a:extLst>
            </p:cNvPr>
            <p:cNvSpPr/>
            <p:nvPr/>
          </p:nvSpPr>
          <p:spPr>
            <a:xfrm rot="1822247">
              <a:off x="1880884" y="2135720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8" name="Likbent triangel 7">
              <a:extLst>
                <a:ext uri="{FF2B5EF4-FFF2-40B4-BE49-F238E27FC236}">
                  <a16:creationId xmlns:a16="http://schemas.microsoft.com/office/drawing/2014/main" id="{EB3BEE72-42AD-4D6D-95AA-F8E9BF6F0524}"/>
                </a:ext>
              </a:extLst>
            </p:cNvPr>
            <p:cNvSpPr/>
            <p:nvPr/>
          </p:nvSpPr>
          <p:spPr>
            <a:xfrm>
              <a:off x="1941195" y="2103120"/>
              <a:ext cx="603885" cy="521970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9" name="Ellips 8">
              <a:extLst>
                <a:ext uri="{FF2B5EF4-FFF2-40B4-BE49-F238E27FC236}">
                  <a16:creationId xmlns:a16="http://schemas.microsoft.com/office/drawing/2014/main" id="{28D813DB-8D3D-4C63-A861-8470825B9A99}"/>
                </a:ext>
              </a:extLst>
            </p:cNvPr>
            <p:cNvSpPr/>
            <p:nvPr/>
          </p:nvSpPr>
          <p:spPr>
            <a:xfrm>
              <a:off x="2221230" y="2066925"/>
              <a:ext cx="45719" cy="495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0" name="Ellips 9">
              <a:extLst>
                <a:ext uri="{FF2B5EF4-FFF2-40B4-BE49-F238E27FC236}">
                  <a16:creationId xmlns:a16="http://schemas.microsoft.com/office/drawing/2014/main" id="{8430DA23-041B-477B-84AC-D16280CABA6B}"/>
                </a:ext>
              </a:extLst>
            </p:cNvPr>
            <p:cNvSpPr/>
            <p:nvPr/>
          </p:nvSpPr>
          <p:spPr>
            <a:xfrm>
              <a:off x="1912620" y="2606040"/>
              <a:ext cx="45719" cy="495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1" name="Ellips 10">
              <a:extLst>
                <a:ext uri="{FF2B5EF4-FFF2-40B4-BE49-F238E27FC236}">
                  <a16:creationId xmlns:a16="http://schemas.microsoft.com/office/drawing/2014/main" id="{6ACD6FAA-46BF-4F2A-97E2-D592A194A541}"/>
                </a:ext>
              </a:extLst>
            </p:cNvPr>
            <p:cNvSpPr/>
            <p:nvPr/>
          </p:nvSpPr>
          <p:spPr>
            <a:xfrm>
              <a:off x="2529840" y="2604135"/>
              <a:ext cx="45719" cy="495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2" name="Ellips 11">
              <a:extLst>
                <a:ext uri="{FF2B5EF4-FFF2-40B4-BE49-F238E27FC236}">
                  <a16:creationId xmlns:a16="http://schemas.microsoft.com/office/drawing/2014/main" id="{6F23EBFB-D2FC-4856-A53D-B02982A23CDB}"/>
                </a:ext>
              </a:extLst>
            </p:cNvPr>
            <p:cNvSpPr/>
            <p:nvPr/>
          </p:nvSpPr>
          <p:spPr>
            <a:xfrm>
              <a:off x="2209800" y="2773680"/>
              <a:ext cx="45719" cy="495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3" name="Ellips 12">
              <a:extLst>
                <a:ext uri="{FF2B5EF4-FFF2-40B4-BE49-F238E27FC236}">
                  <a16:creationId xmlns:a16="http://schemas.microsoft.com/office/drawing/2014/main" id="{E56EA6D1-1395-4810-B670-A4B4B205D3DC}"/>
                </a:ext>
              </a:extLst>
            </p:cNvPr>
            <p:cNvSpPr/>
            <p:nvPr/>
          </p:nvSpPr>
          <p:spPr>
            <a:xfrm>
              <a:off x="2529840" y="2239327"/>
              <a:ext cx="45719" cy="495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4" name="Ellips 13">
              <a:extLst>
                <a:ext uri="{FF2B5EF4-FFF2-40B4-BE49-F238E27FC236}">
                  <a16:creationId xmlns:a16="http://schemas.microsoft.com/office/drawing/2014/main" id="{D8070B2E-5828-42F2-8761-0A59D22F80E9}"/>
                </a:ext>
              </a:extLst>
            </p:cNvPr>
            <p:cNvSpPr/>
            <p:nvPr/>
          </p:nvSpPr>
          <p:spPr>
            <a:xfrm>
              <a:off x="1910716" y="2239327"/>
              <a:ext cx="45719" cy="495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29" name="Grupp 28">
            <a:extLst>
              <a:ext uri="{FF2B5EF4-FFF2-40B4-BE49-F238E27FC236}">
                <a16:creationId xmlns:a16="http://schemas.microsoft.com/office/drawing/2014/main" id="{A963A959-3722-4BA4-8761-C9E4920B60EA}"/>
              </a:ext>
            </a:extLst>
          </p:cNvPr>
          <p:cNvGrpSpPr/>
          <p:nvPr/>
        </p:nvGrpSpPr>
        <p:grpSpPr>
          <a:xfrm>
            <a:off x="3533394" y="2066925"/>
            <a:ext cx="720000" cy="691595"/>
            <a:chOff x="3913365" y="2273470"/>
            <a:chExt cx="720000" cy="691595"/>
          </a:xfrm>
        </p:grpSpPr>
        <p:sp>
          <p:nvSpPr>
            <p:cNvPr id="15" name="Sexhörning 14">
              <a:extLst>
                <a:ext uri="{FF2B5EF4-FFF2-40B4-BE49-F238E27FC236}">
                  <a16:creationId xmlns:a16="http://schemas.microsoft.com/office/drawing/2014/main" id="{B0797085-1CFB-421A-AEA7-0C7785F604DA}"/>
                </a:ext>
              </a:extLst>
            </p:cNvPr>
            <p:cNvSpPr/>
            <p:nvPr/>
          </p:nvSpPr>
          <p:spPr>
            <a:xfrm rot="1822247">
              <a:off x="3913365" y="2342265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6" name="Likbent triangel 15">
              <a:extLst>
                <a:ext uri="{FF2B5EF4-FFF2-40B4-BE49-F238E27FC236}">
                  <a16:creationId xmlns:a16="http://schemas.microsoft.com/office/drawing/2014/main" id="{E647E3B0-1A4F-4E1F-930B-DE5E19142B45}"/>
                </a:ext>
              </a:extLst>
            </p:cNvPr>
            <p:cNvSpPr/>
            <p:nvPr/>
          </p:nvSpPr>
          <p:spPr>
            <a:xfrm>
              <a:off x="3973676" y="2309665"/>
              <a:ext cx="603885" cy="521970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7" name="Ellips 16">
              <a:extLst>
                <a:ext uri="{FF2B5EF4-FFF2-40B4-BE49-F238E27FC236}">
                  <a16:creationId xmlns:a16="http://schemas.microsoft.com/office/drawing/2014/main" id="{C01EA1EF-E355-47DB-B1E2-F4D3258F7139}"/>
                </a:ext>
              </a:extLst>
            </p:cNvPr>
            <p:cNvSpPr/>
            <p:nvPr/>
          </p:nvSpPr>
          <p:spPr>
            <a:xfrm>
              <a:off x="4253711" y="2273470"/>
              <a:ext cx="45719" cy="495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8" name="Ellips 17">
              <a:extLst>
                <a:ext uri="{FF2B5EF4-FFF2-40B4-BE49-F238E27FC236}">
                  <a16:creationId xmlns:a16="http://schemas.microsoft.com/office/drawing/2014/main" id="{03D26FD0-0BA7-4F8E-9AD7-40416B26C822}"/>
                </a:ext>
              </a:extLst>
            </p:cNvPr>
            <p:cNvSpPr/>
            <p:nvPr/>
          </p:nvSpPr>
          <p:spPr>
            <a:xfrm>
              <a:off x="3945101" y="2812585"/>
              <a:ext cx="45719" cy="495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9" name="Ellips 18">
              <a:extLst>
                <a:ext uri="{FF2B5EF4-FFF2-40B4-BE49-F238E27FC236}">
                  <a16:creationId xmlns:a16="http://schemas.microsoft.com/office/drawing/2014/main" id="{3466384B-AAAB-4ACE-8203-CF0276CC97F9}"/>
                </a:ext>
              </a:extLst>
            </p:cNvPr>
            <p:cNvSpPr/>
            <p:nvPr/>
          </p:nvSpPr>
          <p:spPr>
            <a:xfrm>
              <a:off x="4562321" y="2810680"/>
              <a:ext cx="45719" cy="495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30" name="Grupp 29">
            <a:extLst>
              <a:ext uri="{FF2B5EF4-FFF2-40B4-BE49-F238E27FC236}">
                <a16:creationId xmlns:a16="http://schemas.microsoft.com/office/drawing/2014/main" id="{D7FCD68D-6D87-49C0-A81A-04F47628BAD7}"/>
              </a:ext>
            </a:extLst>
          </p:cNvPr>
          <p:cNvGrpSpPr/>
          <p:nvPr/>
        </p:nvGrpSpPr>
        <p:grpSpPr>
          <a:xfrm>
            <a:off x="5185905" y="2066925"/>
            <a:ext cx="720000" cy="655400"/>
            <a:chOff x="5185905" y="2330917"/>
            <a:chExt cx="720000" cy="655400"/>
          </a:xfrm>
        </p:grpSpPr>
        <p:sp>
          <p:nvSpPr>
            <p:cNvPr id="23" name="Sexhörning 22">
              <a:extLst>
                <a:ext uri="{FF2B5EF4-FFF2-40B4-BE49-F238E27FC236}">
                  <a16:creationId xmlns:a16="http://schemas.microsoft.com/office/drawing/2014/main" id="{EC18378C-729A-4239-A283-1AFA35D7CCB0}"/>
                </a:ext>
              </a:extLst>
            </p:cNvPr>
            <p:cNvSpPr/>
            <p:nvPr/>
          </p:nvSpPr>
          <p:spPr>
            <a:xfrm rot="1822247">
              <a:off x="5185905" y="2363517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24" name="Likbent triangel 23">
              <a:extLst>
                <a:ext uri="{FF2B5EF4-FFF2-40B4-BE49-F238E27FC236}">
                  <a16:creationId xmlns:a16="http://schemas.microsoft.com/office/drawing/2014/main" id="{EFFB19D0-5526-404E-AC1D-D5ACE9FEDC7F}"/>
                </a:ext>
              </a:extLst>
            </p:cNvPr>
            <p:cNvSpPr/>
            <p:nvPr/>
          </p:nvSpPr>
          <p:spPr>
            <a:xfrm>
              <a:off x="5246216" y="2330917"/>
              <a:ext cx="603885" cy="521970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sp>
        <p:nvSpPr>
          <p:cNvPr id="32" name="Sexhörning 31">
            <a:extLst>
              <a:ext uri="{FF2B5EF4-FFF2-40B4-BE49-F238E27FC236}">
                <a16:creationId xmlns:a16="http://schemas.microsoft.com/office/drawing/2014/main" id="{04BF5251-45E1-4867-B0E8-7E15C5934E01}"/>
              </a:ext>
            </a:extLst>
          </p:cNvPr>
          <p:cNvSpPr/>
          <p:nvPr/>
        </p:nvSpPr>
        <p:spPr>
          <a:xfrm rot="1822247">
            <a:off x="1831354" y="3293960"/>
            <a:ext cx="720000" cy="622800"/>
          </a:xfrm>
          <a:prstGeom prst="hexagon">
            <a:avLst>
              <a:gd name="adj" fmla="val 29323"/>
              <a:gd name="vf" fmla="val 1154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 dirty="0"/>
          </a:p>
        </p:txBody>
      </p:sp>
      <p:sp>
        <p:nvSpPr>
          <p:cNvPr id="33" name="Likbent triangel 32">
            <a:extLst>
              <a:ext uri="{FF2B5EF4-FFF2-40B4-BE49-F238E27FC236}">
                <a16:creationId xmlns:a16="http://schemas.microsoft.com/office/drawing/2014/main" id="{DF28FBB5-2AE2-4F3E-BD32-6C60A55390D2}"/>
              </a:ext>
            </a:extLst>
          </p:cNvPr>
          <p:cNvSpPr/>
          <p:nvPr/>
        </p:nvSpPr>
        <p:spPr>
          <a:xfrm>
            <a:off x="1891665" y="3261360"/>
            <a:ext cx="603885" cy="52197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34" name="Ellips 33">
            <a:extLst>
              <a:ext uri="{FF2B5EF4-FFF2-40B4-BE49-F238E27FC236}">
                <a16:creationId xmlns:a16="http://schemas.microsoft.com/office/drawing/2014/main" id="{9A248210-E774-4D31-B81D-23F6F6C438F1}"/>
              </a:ext>
            </a:extLst>
          </p:cNvPr>
          <p:cNvSpPr/>
          <p:nvPr/>
        </p:nvSpPr>
        <p:spPr>
          <a:xfrm>
            <a:off x="2171700" y="3225165"/>
            <a:ext cx="45719" cy="495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35" name="Ellips 34">
            <a:extLst>
              <a:ext uri="{FF2B5EF4-FFF2-40B4-BE49-F238E27FC236}">
                <a16:creationId xmlns:a16="http://schemas.microsoft.com/office/drawing/2014/main" id="{CEDD7808-E695-4482-836B-AFFAE5D605C0}"/>
              </a:ext>
            </a:extLst>
          </p:cNvPr>
          <p:cNvSpPr/>
          <p:nvPr/>
        </p:nvSpPr>
        <p:spPr>
          <a:xfrm>
            <a:off x="1863090" y="3764280"/>
            <a:ext cx="45719" cy="495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36" name="Ellips 35">
            <a:extLst>
              <a:ext uri="{FF2B5EF4-FFF2-40B4-BE49-F238E27FC236}">
                <a16:creationId xmlns:a16="http://schemas.microsoft.com/office/drawing/2014/main" id="{3D9B13C5-836D-4489-8B3A-0B4456592FE7}"/>
              </a:ext>
            </a:extLst>
          </p:cNvPr>
          <p:cNvSpPr/>
          <p:nvPr/>
        </p:nvSpPr>
        <p:spPr>
          <a:xfrm>
            <a:off x="2480310" y="3762375"/>
            <a:ext cx="45719" cy="495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37" name="Ellips 36">
            <a:extLst>
              <a:ext uri="{FF2B5EF4-FFF2-40B4-BE49-F238E27FC236}">
                <a16:creationId xmlns:a16="http://schemas.microsoft.com/office/drawing/2014/main" id="{46AC7F94-E6A4-4C15-B6DD-3BE97D407E3D}"/>
              </a:ext>
            </a:extLst>
          </p:cNvPr>
          <p:cNvSpPr/>
          <p:nvPr/>
        </p:nvSpPr>
        <p:spPr>
          <a:xfrm>
            <a:off x="2160270" y="3931920"/>
            <a:ext cx="45719" cy="495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38" name="Ellips 37">
            <a:extLst>
              <a:ext uri="{FF2B5EF4-FFF2-40B4-BE49-F238E27FC236}">
                <a16:creationId xmlns:a16="http://schemas.microsoft.com/office/drawing/2014/main" id="{82F94373-58C3-4B44-B482-DA5CC266A868}"/>
              </a:ext>
            </a:extLst>
          </p:cNvPr>
          <p:cNvSpPr/>
          <p:nvPr/>
        </p:nvSpPr>
        <p:spPr>
          <a:xfrm>
            <a:off x="2480310" y="3397567"/>
            <a:ext cx="45719" cy="495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39" name="Ellips 38">
            <a:extLst>
              <a:ext uri="{FF2B5EF4-FFF2-40B4-BE49-F238E27FC236}">
                <a16:creationId xmlns:a16="http://schemas.microsoft.com/office/drawing/2014/main" id="{D9D4092C-09E6-4A94-BB67-D59746E1D5AC}"/>
              </a:ext>
            </a:extLst>
          </p:cNvPr>
          <p:cNvSpPr/>
          <p:nvPr/>
        </p:nvSpPr>
        <p:spPr>
          <a:xfrm>
            <a:off x="1861186" y="3397567"/>
            <a:ext cx="45719" cy="495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41" name="Sexhörning 40">
            <a:extLst>
              <a:ext uri="{FF2B5EF4-FFF2-40B4-BE49-F238E27FC236}">
                <a16:creationId xmlns:a16="http://schemas.microsoft.com/office/drawing/2014/main" id="{CBECED97-CAE6-4528-985B-1E58510310E2}"/>
              </a:ext>
            </a:extLst>
          </p:cNvPr>
          <p:cNvSpPr/>
          <p:nvPr/>
        </p:nvSpPr>
        <p:spPr>
          <a:xfrm rot="1822247">
            <a:off x="3483864" y="3293960"/>
            <a:ext cx="720000" cy="622800"/>
          </a:xfrm>
          <a:prstGeom prst="hexagon">
            <a:avLst>
              <a:gd name="adj" fmla="val 29323"/>
              <a:gd name="vf" fmla="val 11547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42" name="Likbent triangel 41">
            <a:extLst>
              <a:ext uri="{FF2B5EF4-FFF2-40B4-BE49-F238E27FC236}">
                <a16:creationId xmlns:a16="http://schemas.microsoft.com/office/drawing/2014/main" id="{C6C431F4-8D90-4AC4-A89D-F1F7F83C7E34}"/>
              </a:ext>
            </a:extLst>
          </p:cNvPr>
          <p:cNvSpPr/>
          <p:nvPr/>
        </p:nvSpPr>
        <p:spPr>
          <a:xfrm>
            <a:off x="3544175" y="3261360"/>
            <a:ext cx="603885" cy="521970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43" name="Ellips 42">
            <a:extLst>
              <a:ext uri="{FF2B5EF4-FFF2-40B4-BE49-F238E27FC236}">
                <a16:creationId xmlns:a16="http://schemas.microsoft.com/office/drawing/2014/main" id="{B80FE665-6C17-4CDD-BE16-A019AD786BB3}"/>
              </a:ext>
            </a:extLst>
          </p:cNvPr>
          <p:cNvSpPr/>
          <p:nvPr/>
        </p:nvSpPr>
        <p:spPr>
          <a:xfrm>
            <a:off x="3824210" y="3225165"/>
            <a:ext cx="45719" cy="4953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44" name="Ellips 43">
            <a:extLst>
              <a:ext uri="{FF2B5EF4-FFF2-40B4-BE49-F238E27FC236}">
                <a16:creationId xmlns:a16="http://schemas.microsoft.com/office/drawing/2014/main" id="{657817F1-10C0-41FC-A019-17E0D14057D2}"/>
              </a:ext>
            </a:extLst>
          </p:cNvPr>
          <p:cNvSpPr/>
          <p:nvPr/>
        </p:nvSpPr>
        <p:spPr>
          <a:xfrm>
            <a:off x="3515600" y="3764280"/>
            <a:ext cx="45719" cy="4953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45" name="Ellips 44">
            <a:extLst>
              <a:ext uri="{FF2B5EF4-FFF2-40B4-BE49-F238E27FC236}">
                <a16:creationId xmlns:a16="http://schemas.microsoft.com/office/drawing/2014/main" id="{54DD727E-D258-451B-A1F6-5027CFDE2F90}"/>
              </a:ext>
            </a:extLst>
          </p:cNvPr>
          <p:cNvSpPr/>
          <p:nvPr/>
        </p:nvSpPr>
        <p:spPr>
          <a:xfrm>
            <a:off x="4132820" y="3762375"/>
            <a:ext cx="45719" cy="4953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47" name="Sexhörning 46">
            <a:extLst>
              <a:ext uri="{FF2B5EF4-FFF2-40B4-BE49-F238E27FC236}">
                <a16:creationId xmlns:a16="http://schemas.microsoft.com/office/drawing/2014/main" id="{F335526D-129D-4668-9260-0A53CE55B191}"/>
              </a:ext>
            </a:extLst>
          </p:cNvPr>
          <p:cNvSpPr/>
          <p:nvPr/>
        </p:nvSpPr>
        <p:spPr>
          <a:xfrm rot="1822247">
            <a:off x="5136375" y="3257765"/>
            <a:ext cx="720000" cy="622800"/>
          </a:xfrm>
          <a:prstGeom prst="hexagon">
            <a:avLst>
              <a:gd name="adj" fmla="val 29323"/>
              <a:gd name="vf" fmla="val 1154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48" name="Likbent triangel 47">
            <a:extLst>
              <a:ext uri="{FF2B5EF4-FFF2-40B4-BE49-F238E27FC236}">
                <a16:creationId xmlns:a16="http://schemas.microsoft.com/office/drawing/2014/main" id="{FACC42E6-5104-46A0-9BD6-D48195E8DF7B}"/>
              </a:ext>
            </a:extLst>
          </p:cNvPr>
          <p:cNvSpPr/>
          <p:nvPr/>
        </p:nvSpPr>
        <p:spPr>
          <a:xfrm>
            <a:off x="5196686" y="3225165"/>
            <a:ext cx="603885" cy="52197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49" name="Sexhörning 48">
            <a:extLst>
              <a:ext uri="{FF2B5EF4-FFF2-40B4-BE49-F238E27FC236}">
                <a16:creationId xmlns:a16="http://schemas.microsoft.com/office/drawing/2014/main" id="{8095F1AB-4FE5-42E2-93D3-1D7F4EA6C6C6}"/>
              </a:ext>
            </a:extLst>
          </p:cNvPr>
          <p:cNvSpPr/>
          <p:nvPr/>
        </p:nvSpPr>
        <p:spPr>
          <a:xfrm rot="1822247">
            <a:off x="5136375" y="4370285"/>
            <a:ext cx="720000" cy="622800"/>
          </a:xfrm>
          <a:prstGeom prst="hexagon">
            <a:avLst>
              <a:gd name="adj" fmla="val 29323"/>
              <a:gd name="vf" fmla="val 1154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50" name="Likbent triangel 49">
            <a:extLst>
              <a:ext uri="{FF2B5EF4-FFF2-40B4-BE49-F238E27FC236}">
                <a16:creationId xmlns:a16="http://schemas.microsoft.com/office/drawing/2014/main" id="{3D254699-A1C1-4450-AAB9-BCC7497D3DEA}"/>
              </a:ext>
            </a:extLst>
          </p:cNvPr>
          <p:cNvSpPr/>
          <p:nvPr/>
        </p:nvSpPr>
        <p:spPr>
          <a:xfrm>
            <a:off x="5196686" y="4337685"/>
            <a:ext cx="603885" cy="52197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52" name="Sexhörning 51">
            <a:extLst>
              <a:ext uri="{FF2B5EF4-FFF2-40B4-BE49-F238E27FC236}">
                <a16:creationId xmlns:a16="http://schemas.microsoft.com/office/drawing/2014/main" id="{163AB7DC-56CA-4EF5-8D81-180D7EF9A9D9}"/>
              </a:ext>
            </a:extLst>
          </p:cNvPr>
          <p:cNvSpPr/>
          <p:nvPr/>
        </p:nvSpPr>
        <p:spPr>
          <a:xfrm rot="1822247">
            <a:off x="3483864" y="4423626"/>
            <a:ext cx="720000" cy="622800"/>
          </a:xfrm>
          <a:prstGeom prst="hexagon">
            <a:avLst>
              <a:gd name="adj" fmla="val 29323"/>
              <a:gd name="vf" fmla="val 11547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53" name="Likbent triangel 52">
            <a:extLst>
              <a:ext uri="{FF2B5EF4-FFF2-40B4-BE49-F238E27FC236}">
                <a16:creationId xmlns:a16="http://schemas.microsoft.com/office/drawing/2014/main" id="{FA3A69BE-2157-488D-AB13-3AB35204432E}"/>
              </a:ext>
            </a:extLst>
          </p:cNvPr>
          <p:cNvSpPr/>
          <p:nvPr/>
        </p:nvSpPr>
        <p:spPr>
          <a:xfrm>
            <a:off x="3544175" y="4391026"/>
            <a:ext cx="603885" cy="521970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grpSp>
        <p:nvGrpSpPr>
          <p:cNvPr id="57" name="Grupp 56">
            <a:extLst>
              <a:ext uri="{FF2B5EF4-FFF2-40B4-BE49-F238E27FC236}">
                <a16:creationId xmlns:a16="http://schemas.microsoft.com/office/drawing/2014/main" id="{6F3D876E-769B-4210-AE9C-F9FBA7662F20}"/>
              </a:ext>
            </a:extLst>
          </p:cNvPr>
          <p:cNvGrpSpPr/>
          <p:nvPr/>
        </p:nvGrpSpPr>
        <p:grpSpPr>
          <a:xfrm rot="10800000">
            <a:off x="6388989" y="2785069"/>
            <a:ext cx="720000" cy="655400"/>
            <a:chOff x="6368034" y="4391026"/>
            <a:chExt cx="720000" cy="655400"/>
          </a:xfrm>
        </p:grpSpPr>
        <p:sp>
          <p:nvSpPr>
            <p:cNvPr id="58" name="Sexhörning 57">
              <a:extLst>
                <a:ext uri="{FF2B5EF4-FFF2-40B4-BE49-F238E27FC236}">
                  <a16:creationId xmlns:a16="http://schemas.microsoft.com/office/drawing/2014/main" id="{DC9A0A0E-B6E2-4599-A994-7E30AF21F52B}"/>
                </a:ext>
              </a:extLst>
            </p:cNvPr>
            <p:cNvSpPr/>
            <p:nvPr/>
          </p:nvSpPr>
          <p:spPr>
            <a:xfrm rot="1822247">
              <a:off x="6368034" y="4423626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59" name="Likbent triangel 58">
              <a:extLst>
                <a:ext uri="{FF2B5EF4-FFF2-40B4-BE49-F238E27FC236}">
                  <a16:creationId xmlns:a16="http://schemas.microsoft.com/office/drawing/2014/main" id="{87FA4030-DAAA-40D4-A3F6-37FED972F840}"/>
                </a:ext>
              </a:extLst>
            </p:cNvPr>
            <p:cNvSpPr/>
            <p:nvPr/>
          </p:nvSpPr>
          <p:spPr>
            <a:xfrm>
              <a:off x="6428345" y="4391026"/>
              <a:ext cx="603885" cy="5219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63" name="Grupp 62">
            <a:extLst>
              <a:ext uri="{FF2B5EF4-FFF2-40B4-BE49-F238E27FC236}">
                <a16:creationId xmlns:a16="http://schemas.microsoft.com/office/drawing/2014/main" id="{4467669B-E5EC-4DE7-BA7A-78737AFB1167}"/>
              </a:ext>
            </a:extLst>
          </p:cNvPr>
          <p:cNvGrpSpPr/>
          <p:nvPr/>
        </p:nvGrpSpPr>
        <p:grpSpPr>
          <a:xfrm rot="10800000">
            <a:off x="6680846" y="4324311"/>
            <a:ext cx="720000" cy="655400"/>
            <a:chOff x="6368034" y="4391026"/>
            <a:chExt cx="720000" cy="655400"/>
          </a:xfrm>
        </p:grpSpPr>
        <p:sp>
          <p:nvSpPr>
            <p:cNvPr id="64" name="Sexhörning 63">
              <a:extLst>
                <a:ext uri="{FF2B5EF4-FFF2-40B4-BE49-F238E27FC236}">
                  <a16:creationId xmlns:a16="http://schemas.microsoft.com/office/drawing/2014/main" id="{400C1612-8BB8-457C-B162-03BDA5A0BAE3}"/>
                </a:ext>
              </a:extLst>
            </p:cNvPr>
            <p:cNvSpPr/>
            <p:nvPr/>
          </p:nvSpPr>
          <p:spPr>
            <a:xfrm rot="1822247">
              <a:off x="6368034" y="4423626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  <a:solidFill>
              <a:srgbClr val="3F51B5"/>
            </a:solidFill>
            <a:ln>
              <a:solidFill>
                <a:srgbClr val="3F51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65" name="Likbent triangel 64">
              <a:extLst>
                <a:ext uri="{FF2B5EF4-FFF2-40B4-BE49-F238E27FC236}">
                  <a16:creationId xmlns:a16="http://schemas.microsoft.com/office/drawing/2014/main" id="{7B7DD0AD-CC86-4DA4-A3CB-3921DC36C6EA}"/>
                </a:ext>
              </a:extLst>
            </p:cNvPr>
            <p:cNvSpPr/>
            <p:nvPr/>
          </p:nvSpPr>
          <p:spPr>
            <a:xfrm>
              <a:off x="6428345" y="4391026"/>
              <a:ext cx="603885" cy="521970"/>
            </a:xfrm>
            <a:prstGeom prst="triangle">
              <a:avLst/>
            </a:prstGeom>
            <a:solidFill>
              <a:schemeClr val="bg1"/>
            </a:solidFill>
            <a:ln>
              <a:solidFill>
                <a:srgbClr val="3F51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68" name="Grupp 67">
            <a:extLst>
              <a:ext uri="{FF2B5EF4-FFF2-40B4-BE49-F238E27FC236}">
                <a16:creationId xmlns:a16="http://schemas.microsoft.com/office/drawing/2014/main" id="{15C48F34-5032-49C8-A25F-BC00A94D4333}"/>
              </a:ext>
            </a:extLst>
          </p:cNvPr>
          <p:cNvGrpSpPr/>
          <p:nvPr/>
        </p:nvGrpSpPr>
        <p:grpSpPr>
          <a:xfrm rot="7375672">
            <a:off x="7445602" y="2687907"/>
            <a:ext cx="584885" cy="175995"/>
            <a:chOff x="7360095" y="3309569"/>
            <a:chExt cx="584885" cy="175995"/>
          </a:xfrm>
        </p:grpSpPr>
        <p:sp>
          <p:nvSpPr>
            <p:cNvPr id="66" name="Rätvinklig triangel 65">
              <a:extLst>
                <a:ext uri="{FF2B5EF4-FFF2-40B4-BE49-F238E27FC236}">
                  <a16:creationId xmlns:a16="http://schemas.microsoft.com/office/drawing/2014/main" id="{5AF3FC6F-F49E-44B6-8FF6-3A263F40E8FC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67" name="Rätvinklig triangel 66">
              <a:extLst>
                <a:ext uri="{FF2B5EF4-FFF2-40B4-BE49-F238E27FC236}">
                  <a16:creationId xmlns:a16="http://schemas.microsoft.com/office/drawing/2014/main" id="{424C80D0-07C1-4A4B-8378-BB963B3381FE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69" name="Grupp 68">
            <a:extLst>
              <a:ext uri="{FF2B5EF4-FFF2-40B4-BE49-F238E27FC236}">
                <a16:creationId xmlns:a16="http://schemas.microsoft.com/office/drawing/2014/main" id="{86912241-6E30-4132-8D74-D1A538F9DB36}"/>
              </a:ext>
            </a:extLst>
          </p:cNvPr>
          <p:cNvGrpSpPr/>
          <p:nvPr/>
        </p:nvGrpSpPr>
        <p:grpSpPr>
          <a:xfrm rot="14321808">
            <a:off x="7643037" y="2685611"/>
            <a:ext cx="584885" cy="175995"/>
            <a:chOff x="7360095" y="3309569"/>
            <a:chExt cx="584885" cy="175995"/>
          </a:xfrm>
        </p:grpSpPr>
        <p:sp>
          <p:nvSpPr>
            <p:cNvPr id="70" name="Rätvinklig triangel 69">
              <a:extLst>
                <a:ext uri="{FF2B5EF4-FFF2-40B4-BE49-F238E27FC236}">
                  <a16:creationId xmlns:a16="http://schemas.microsoft.com/office/drawing/2014/main" id="{7C76643E-D542-41F5-8F54-5DD3C87D59AE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71" name="Rätvinklig triangel 70">
              <a:extLst>
                <a:ext uri="{FF2B5EF4-FFF2-40B4-BE49-F238E27FC236}">
                  <a16:creationId xmlns:a16="http://schemas.microsoft.com/office/drawing/2014/main" id="{6A53C087-36BF-4B67-BCD7-D62C85F00275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72" name="Grupp 71">
            <a:extLst>
              <a:ext uri="{FF2B5EF4-FFF2-40B4-BE49-F238E27FC236}">
                <a16:creationId xmlns:a16="http://schemas.microsoft.com/office/drawing/2014/main" id="{4ECCDE60-CBB1-4EF5-A6A7-0BB33273C7A3}"/>
              </a:ext>
            </a:extLst>
          </p:cNvPr>
          <p:cNvGrpSpPr/>
          <p:nvPr/>
        </p:nvGrpSpPr>
        <p:grpSpPr>
          <a:xfrm rot="7375672">
            <a:off x="8632418" y="2737188"/>
            <a:ext cx="584885" cy="175995"/>
            <a:chOff x="7360095" y="3309569"/>
            <a:chExt cx="584885" cy="175995"/>
          </a:xfrm>
        </p:grpSpPr>
        <p:sp>
          <p:nvSpPr>
            <p:cNvPr id="73" name="Rätvinklig triangel 72">
              <a:extLst>
                <a:ext uri="{FF2B5EF4-FFF2-40B4-BE49-F238E27FC236}">
                  <a16:creationId xmlns:a16="http://schemas.microsoft.com/office/drawing/2014/main" id="{56B39903-B6DC-45A2-8930-BE8A80A76A9A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74" name="Rätvinklig triangel 73">
              <a:extLst>
                <a:ext uri="{FF2B5EF4-FFF2-40B4-BE49-F238E27FC236}">
                  <a16:creationId xmlns:a16="http://schemas.microsoft.com/office/drawing/2014/main" id="{18D6878E-5BA6-4C94-A150-32789EF54D99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78" name="Grupp 77">
            <a:extLst>
              <a:ext uri="{FF2B5EF4-FFF2-40B4-BE49-F238E27FC236}">
                <a16:creationId xmlns:a16="http://schemas.microsoft.com/office/drawing/2014/main" id="{10AB011F-C465-470A-B6C1-8FF3D6D15C65}"/>
              </a:ext>
            </a:extLst>
          </p:cNvPr>
          <p:cNvGrpSpPr/>
          <p:nvPr/>
        </p:nvGrpSpPr>
        <p:grpSpPr>
          <a:xfrm rot="10800000">
            <a:off x="8713724" y="3069202"/>
            <a:ext cx="619428" cy="175995"/>
            <a:chOff x="7360095" y="3309569"/>
            <a:chExt cx="584885" cy="175995"/>
          </a:xfrm>
        </p:grpSpPr>
        <p:sp>
          <p:nvSpPr>
            <p:cNvPr id="79" name="Rätvinklig triangel 78">
              <a:extLst>
                <a:ext uri="{FF2B5EF4-FFF2-40B4-BE49-F238E27FC236}">
                  <a16:creationId xmlns:a16="http://schemas.microsoft.com/office/drawing/2014/main" id="{B7DBC67A-D577-4A01-AA0F-6DA9AAA64985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80" name="Rätvinklig triangel 79">
              <a:extLst>
                <a:ext uri="{FF2B5EF4-FFF2-40B4-BE49-F238E27FC236}">
                  <a16:creationId xmlns:a16="http://schemas.microsoft.com/office/drawing/2014/main" id="{3BC5FB01-7C66-4C6F-B98C-77A22E60A5A9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81" name="Grupp 80">
            <a:extLst>
              <a:ext uri="{FF2B5EF4-FFF2-40B4-BE49-F238E27FC236}">
                <a16:creationId xmlns:a16="http://schemas.microsoft.com/office/drawing/2014/main" id="{6D2A5030-5222-4C66-88AD-6E1EB936154E}"/>
              </a:ext>
            </a:extLst>
          </p:cNvPr>
          <p:cNvGrpSpPr/>
          <p:nvPr/>
        </p:nvGrpSpPr>
        <p:grpSpPr>
          <a:xfrm rot="7375672">
            <a:off x="9645939" y="2809802"/>
            <a:ext cx="584885" cy="175995"/>
            <a:chOff x="7360095" y="3309569"/>
            <a:chExt cx="584885" cy="175995"/>
          </a:xfrm>
        </p:grpSpPr>
        <p:sp>
          <p:nvSpPr>
            <p:cNvPr id="82" name="Rätvinklig triangel 81">
              <a:extLst>
                <a:ext uri="{FF2B5EF4-FFF2-40B4-BE49-F238E27FC236}">
                  <a16:creationId xmlns:a16="http://schemas.microsoft.com/office/drawing/2014/main" id="{9C981524-7341-4E22-9A79-BAB01F262CEC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83" name="Rätvinklig triangel 82">
              <a:extLst>
                <a:ext uri="{FF2B5EF4-FFF2-40B4-BE49-F238E27FC236}">
                  <a16:creationId xmlns:a16="http://schemas.microsoft.com/office/drawing/2014/main" id="{AD2EFF54-F0CB-46E6-874A-08D48D7ABBC0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87" name="Grupp 86">
            <a:extLst>
              <a:ext uri="{FF2B5EF4-FFF2-40B4-BE49-F238E27FC236}">
                <a16:creationId xmlns:a16="http://schemas.microsoft.com/office/drawing/2014/main" id="{995574CC-BF70-4013-83F2-DC0FCB997132}"/>
              </a:ext>
            </a:extLst>
          </p:cNvPr>
          <p:cNvGrpSpPr/>
          <p:nvPr/>
        </p:nvGrpSpPr>
        <p:grpSpPr>
          <a:xfrm rot="10800000">
            <a:off x="9716909" y="3125382"/>
            <a:ext cx="606781" cy="175996"/>
            <a:chOff x="7360096" y="3309569"/>
            <a:chExt cx="584884" cy="175996"/>
          </a:xfrm>
        </p:grpSpPr>
        <p:sp>
          <p:nvSpPr>
            <p:cNvPr id="88" name="Rätvinklig triangel 87">
              <a:extLst>
                <a:ext uri="{FF2B5EF4-FFF2-40B4-BE49-F238E27FC236}">
                  <a16:creationId xmlns:a16="http://schemas.microsoft.com/office/drawing/2014/main" id="{A5DEB34E-435B-4553-A5DE-4A53E0D9B560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89" name="Rätvinklig triangel 88">
              <a:extLst>
                <a:ext uri="{FF2B5EF4-FFF2-40B4-BE49-F238E27FC236}">
                  <a16:creationId xmlns:a16="http://schemas.microsoft.com/office/drawing/2014/main" id="{AFC331F9-45D3-452A-A4A1-4962FAAE47D0}"/>
                </a:ext>
              </a:extLst>
            </p:cNvPr>
            <p:cNvSpPr/>
            <p:nvPr/>
          </p:nvSpPr>
          <p:spPr>
            <a:xfrm flipH="1">
              <a:off x="7360096" y="3309570"/>
              <a:ext cx="277881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 dirty="0"/>
            </a:p>
          </p:txBody>
        </p:sp>
      </p:grpSp>
      <p:grpSp>
        <p:nvGrpSpPr>
          <p:cNvPr id="93" name="Grupp 92">
            <a:extLst>
              <a:ext uri="{FF2B5EF4-FFF2-40B4-BE49-F238E27FC236}">
                <a16:creationId xmlns:a16="http://schemas.microsoft.com/office/drawing/2014/main" id="{F25BA587-FF78-4A41-BAC4-0FB1515081FF}"/>
              </a:ext>
            </a:extLst>
          </p:cNvPr>
          <p:cNvGrpSpPr/>
          <p:nvPr/>
        </p:nvGrpSpPr>
        <p:grpSpPr>
          <a:xfrm rot="3554619" flipV="1">
            <a:off x="9814456" y="2808952"/>
            <a:ext cx="584885" cy="177697"/>
            <a:chOff x="7360095" y="3309569"/>
            <a:chExt cx="584885" cy="175995"/>
          </a:xfrm>
        </p:grpSpPr>
        <p:sp>
          <p:nvSpPr>
            <p:cNvPr id="94" name="Rätvinklig triangel 93">
              <a:extLst>
                <a:ext uri="{FF2B5EF4-FFF2-40B4-BE49-F238E27FC236}">
                  <a16:creationId xmlns:a16="http://schemas.microsoft.com/office/drawing/2014/main" id="{5A299CB0-17B1-4E38-A0AD-AE769F30F26D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95" name="Rätvinklig triangel 94">
              <a:extLst>
                <a:ext uri="{FF2B5EF4-FFF2-40B4-BE49-F238E27FC236}">
                  <a16:creationId xmlns:a16="http://schemas.microsoft.com/office/drawing/2014/main" id="{02025D1F-88CB-4230-8746-D4FC42D752BD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96" name="Grupp 95">
            <a:extLst>
              <a:ext uri="{FF2B5EF4-FFF2-40B4-BE49-F238E27FC236}">
                <a16:creationId xmlns:a16="http://schemas.microsoft.com/office/drawing/2014/main" id="{E23F007D-3C53-4FC4-8412-A2AADF5D536E}"/>
              </a:ext>
            </a:extLst>
          </p:cNvPr>
          <p:cNvGrpSpPr/>
          <p:nvPr/>
        </p:nvGrpSpPr>
        <p:grpSpPr>
          <a:xfrm rot="3554619" flipV="1">
            <a:off x="8831209" y="2739786"/>
            <a:ext cx="584885" cy="177697"/>
            <a:chOff x="7360095" y="3309569"/>
            <a:chExt cx="584885" cy="175995"/>
          </a:xfrm>
        </p:grpSpPr>
        <p:sp>
          <p:nvSpPr>
            <p:cNvPr id="97" name="Rätvinklig triangel 96">
              <a:extLst>
                <a:ext uri="{FF2B5EF4-FFF2-40B4-BE49-F238E27FC236}">
                  <a16:creationId xmlns:a16="http://schemas.microsoft.com/office/drawing/2014/main" id="{C3220B40-CC74-45F0-AE57-93C9D30D3513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98" name="Rätvinklig triangel 97">
              <a:extLst>
                <a:ext uri="{FF2B5EF4-FFF2-40B4-BE49-F238E27FC236}">
                  <a16:creationId xmlns:a16="http://schemas.microsoft.com/office/drawing/2014/main" id="{95707E7E-5B24-43E0-B10A-A916261763C8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sp>
        <p:nvSpPr>
          <p:cNvPr id="99" name="textruta 98">
            <a:extLst>
              <a:ext uri="{FF2B5EF4-FFF2-40B4-BE49-F238E27FC236}">
                <a16:creationId xmlns:a16="http://schemas.microsoft.com/office/drawing/2014/main" id="{89AAC3EB-3819-4E52-82C0-BEAEC5D2B4B3}"/>
              </a:ext>
            </a:extLst>
          </p:cNvPr>
          <p:cNvSpPr txBox="1"/>
          <p:nvPr/>
        </p:nvSpPr>
        <p:spPr>
          <a:xfrm>
            <a:off x="7531182" y="3950929"/>
            <a:ext cx="5294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>
                <a:latin typeface="Franklin Gothic Demi Cond" panose="020B0706030402020204" pitchFamily="34" charset="0"/>
              </a:rPr>
              <a:t>ASTEMS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  <p:grpSp>
        <p:nvGrpSpPr>
          <p:cNvPr id="112" name="Grupp 111">
            <a:extLst>
              <a:ext uri="{FF2B5EF4-FFF2-40B4-BE49-F238E27FC236}">
                <a16:creationId xmlns:a16="http://schemas.microsoft.com/office/drawing/2014/main" id="{63F6004D-4959-4E77-8DBE-A657894016AC}"/>
              </a:ext>
            </a:extLst>
          </p:cNvPr>
          <p:cNvGrpSpPr/>
          <p:nvPr/>
        </p:nvGrpSpPr>
        <p:grpSpPr>
          <a:xfrm rot="7375672">
            <a:off x="10676545" y="3015541"/>
            <a:ext cx="584885" cy="175995"/>
            <a:chOff x="7360095" y="3309569"/>
            <a:chExt cx="584885" cy="175995"/>
          </a:xfrm>
        </p:grpSpPr>
        <p:sp>
          <p:nvSpPr>
            <p:cNvPr id="113" name="Rätvinklig triangel 112">
              <a:extLst>
                <a:ext uri="{FF2B5EF4-FFF2-40B4-BE49-F238E27FC236}">
                  <a16:creationId xmlns:a16="http://schemas.microsoft.com/office/drawing/2014/main" id="{9CBE951A-00A1-46DC-93E7-540710A60E6E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14" name="Rätvinklig triangel 113">
              <a:extLst>
                <a:ext uri="{FF2B5EF4-FFF2-40B4-BE49-F238E27FC236}">
                  <a16:creationId xmlns:a16="http://schemas.microsoft.com/office/drawing/2014/main" id="{F575FCE6-7267-431F-9246-38AE5891C224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115" name="Grupp 114">
            <a:extLst>
              <a:ext uri="{FF2B5EF4-FFF2-40B4-BE49-F238E27FC236}">
                <a16:creationId xmlns:a16="http://schemas.microsoft.com/office/drawing/2014/main" id="{1565004A-DEF5-4F0E-81E5-5FFCB7DDA9F4}"/>
              </a:ext>
            </a:extLst>
          </p:cNvPr>
          <p:cNvGrpSpPr/>
          <p:nvPr/>
        </p:nvGrpSpPr>
        <p:grpSpPr>
          <a:xfrm rot="10800000">
            <a:off x="10747515" y="3331121"/>
            <a:ext cx="606781" cy="175996"/>
            <a:chOff x="7360096" y="3309569"/>
            <a:chExt cx="584884" cy="175996"/>
          </a:xfrm>
        </p:grpSpPr>
        <p:sp>
          <p:nvSpPr>
            <p:cNvPr id="116" name="Rätvinklig triangel 115">
              <a:extLst>
                <a:ext uri="{FF2B5EF4-FFF2-40B4-BE49-F238E27FC236}">
                  <a16:creationId xmlns:a16="http://schemas.microsoft.com/office/drawing/2014/main" id="{699BC1F0-4FC5-4DBE-A48F-C0B289DE600F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17" name="Rätvinklig triangel 116">
              <a:extLst>
                <a:ext uri="{FF2B5EF4-FFF2-40B4-BE49-F238E27FC236}">
                  <a16:creationId xmlns:a16="http://schemas.microsoft.com/office/drawing/2014/main" id="{815DE0EF-DBD9-4630-AEC2-A6E5944CA29C}"/>
                </a:ext>
              </a:extLst>
            </p:cNvPr>
            <p:cNvSpPr/>
            <p:nvPr/>
          </p:nvSpPr>
          <p:spPr>
            <a:xfrm flipH="1">
              <a:off x="7360096" y="3309570"/>
              <a:ext cx="277881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 dirty="0"/>
            </a:p>
          </p:txBody>
        </p:sp>
      </p:grpSp>
      <p:grpSp>
        <p:nvGrpSpPr>
          <p:cNvPr id="118" name="Grupp 117">
            <a:extLst>
              <a:ext uri="{FF2B5EF4-FFF2-40B4-BE49-F238E27FC236}">
                <a16:creationId xmlns:a16="http://schemas.microsoft.com/office/drawing/2014/main" id="{BC37B315-DD26-4624-82AF-FE1CD1613775}"/>
              </a:ext>
            </a:extLst>
          </p:cNvPr>
          <p:cNvGrpSpPr/>
          <p:nvPr/>
        </p:nvGrpSpPr>
        <p:grpSpPr>
          <a:xfrm rot="3554619" flipV="1">
            <a:off x="10845062" y="3014691"/>
            <a:ext cx="584885" cy="177697"/>
            <a:chOff x="7360095" y="3309569"/>
            <a:chExt cx="584885" cy="175995"/>
          </a:xfrm>
        </p:grpSpPr>
        <p:sp>
          <p:nvSpPr>
            <p:cNvPr id="119" name="Rätvinklig triangel 118">
              <a:extLst>
                <a:ext uri="{FF2B5EF4-FFF2-40B4-BE49-F238E27FC236}">
                  <a16:creationId xmlns:a16="http://schemas.microsoft.com/office/drawing/2014/main" id="{07422DBD-0A22-4381-9306-A4A4D5D0992A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20" name="Rätvinklig triangel 119">
              <a:extLst>
                <a:ext uri="{FF2B5EF4-FFF2-40B4-BE49-F238E27FC236}">
                  <a16:creationId xmlns:a16="http://schemas.microsoft.com/office/drawing/2014/main" id="{EFE3A980-2A86-4507-BAC6-7058C0F90360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</p:spTree>
    <p:extLst>
      <p:ext uri="{BB962C8B-B14F-4D97-AF65-F5344CB8AC3E}">
        <p14:creationId xmlns:p14="http://schemas.microsoft.com/office/powerpoint/2010/main" val="1636228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A87B757-BD52-47BC-8242-A9FDB2FE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FI" dirty="0"/>
          </a:p>
        </p:txBody>
      </p:sp>
      <p:grpSp>
        <p:nvGrpSpPr>
          <p:cNvPr id="57" name="Grupp 56">
            <a:extLst>
              <a:ext uri="{FF2B5EF4-FFF2-40B4-BE49-F238E27FC236}">
                <a16:creationId xmlns:a16="http://schemas.microsoft.com/office/drawing/2014/main" id="{6F3D876E-769B-4210-AE9C-F9FBA7662F20}"/>
              </a:ext>
            </a:extLst>
          </p:cNvPr>
          <p:cNvGrpSpPr/>
          <p:nvPr/>
        </p:nvGrpSpPr>
        <p:grpSpPr>
          <a:xfrm rot="10800000">
            <a:off x="6388989" y="2785069"/>
            <a:ext cx="720000" cy="655400"/>
            <a:chOff x="6368034" y="4391026"/>
            <a:chExt cx="720000" cy="655400"/>
          </a:xfrm>
        </p:grpSpPr>
        <p:sp>
          <p:nvSpPr>
            <p:cNvPr id="58" name="Sexhörning 57">
              <a:extLst>
                <a:ext uri="{FF2B5EF4-FFF2-40B4-BE49-F238E27FC236}">
                  <a16:creationId xmlns:a16="http://schemas.microsoft.com/office/drawing/2014/main" id="{DC9A0A0E-B6E2-4599-A994-7E30AF21F52B}"/>
                </a:ext>
              </a:extLst>
            </p:cNvPr>
            <p:cNvSpPr/>
            <p:nvPr/>
          </p:nvSpPr>
          <p:spPr>
            <a:xfrm rot="1822247">
              <a:off x="6368034" y="4423626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59" name="Likbent triangel 58">
              <a:extLst>
                <a:ext uri="{FF2B5EF4-FFF2-40B4-BE49-F238E27FC236}">
                  <a16:creationId xmlns:a16="http://schemas.microsoft.com/office/drawing/2014/main" id="{87FA4030-DAAA-40D4-A3F6-37FED972F840}"/>
                </a:ext>
              </a:extLst>
            </p:cNvPr>
            <p:cNvSpPr/>
            <p:nvPr/>
          </p:nvSpPr>
          <p:spPr>
            <a:xfrm>
              <a:off x="6428345" y="4391026"/>
              <a:ext cx="603885" cy="5219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63" name="Grupp 62">
            <a:extLst>
              <a:ext uri="{FF2B5EF4-FFF2-40B4-BE49-F238E27FC236}">
                <a16:creationId xmlns:a16="http://schemas.microsoft.com/office/drawing/2014/main" id="{4467669B-E5EC-4DE7-BA7A-78737AFB1167}"/>
              </a:ext>
            </a:extLst>
          </p:cNvPr>
          <p:cNvGrpSpPr/>
          <p:nvPr/>
        </p:nvGrpSpPr>
        <p:grpSpPr>
          <a:xfrm rot="10800000">
            <a:off x="6954774" y="3876634"/>
            <a:ext cx="720000" cy="655400"/>
            <a:chOff x="6368034" y="4391026"/>
            <a:chExt cx="720000" cy="655400"/>
          </a:xfrm>
        </p:grpSpPr>
        <p:sp>
          <p:nvSpPr>
            <p:cNvPr id="64" name="Sexhörning 63">
              <a:extLst>
                <a:ext uri="{FF2B5EF4-FFF2-40B4-BE49-F238E27FC236}">
                  <a16:creationId xmlns:a16="http://schemas.microsoft.com/office/drawing/2014/main" id="{400C1612-8BB8-457C-B162-03BDA5A0BAE3}"/>
                </a:ext>
              </a:extLst>
            </p:cNvPr>
            <p:cNvSpPr/>
            <p:nvPr/>
          </p:nvSpPr>
          <p:spPr>
            <a:xfrm rot="1822247">
              <a:off x="6368034" y="4423626"/>
              <a:ext cx="720000" cy="622800"/>
            </a:xfrm>
            <a:prstGeom prst="hexagon">
              <a:avLst>
                <a:gd name="adj" fmla="val 29323"/>
                <a:gd name="vf" fmla="val 115470"/>
              </a:avLst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65" name="Likbent triangel 64">
              <a:extLst>
                <a:ext uri="{FF2B5EF4-FFF2-40B4-BE49-F238E27FC236}">
                  <a16:creationId xmlns:a16="http://schemas.microsoft.com/office/drawing/2014/main" id="{7B7DD0AD-CC86-4DA4-A3CB-3921DC36C6EA}"/>
                </a:ext>
              </a:extLst>
            </p:cNvPr>
            <p:cNvSpPr/>
            <p:nvPr/>
          </p:nvSpPr>
          <p:spPr>
            <a:xfrm>
              <a:off x="6428345" y="4391026"/>
              <a:ext cx="603885" cy="5219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68" name="Grupp 67">
            <a:extLst>
              <a:ext uri="{FF2B5EF4-FFF2-40B4-BE49-F238E27FC236}">
                <a16:creationId xmlns:a16="http://schemas.microsoft.com/office/drawing/2014/main" id="{15C48F34-5032-49C8-A25F-BC00A94D4333}"/>
              </a:ext>
            </a:extLst>
          </p:cNvPr>
          <p:cNvGrpSpPr/>
          <p:nvPr/>
        </p:nvGrpSpPr>
        <p:grpSpPr>
          <a:xfrm rot="7375672">
            <a:off x="7445602" y="2687907"/>
            <a:ext cx="584885" cy="175995"/>
            <a:chOff x="7360095" y="3309569"/>
            <a:chExt cx="584885" cy="175995"/>
          </a:xfrm>
        </p:grpSpPr>
        <p:sp>
          <p:nvSpPr>
            <p:cNvPr id="66" name="Rätvinklig triangel 65">
              <a:extLst>
                <a:ext uri="{FF2B5EF4-FFF2-40B4-BE49-F238E27FC236}">
                  <a16:creationId xmlns:a16="http://schemas.microsoft.com/office/drawing/2014/main" id="{5AF3FC6F-F49E-44B6-8FF6-3A263F40E8FC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67" name="Rätvinklig triangel 66">
              <a:extLst>
                <a:ext uri="{FF2B5EF4-FFF2-40B4-BE49-F238E27FC236}">
                  <a16:creationId xmlns:a16="http://schemas.microsoft.com/office/drawing/2014/main" id="{424C80D0-07C1-4A4B-8378-BB963B3381FE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69" name="Grupp 68">
            <a:extLst>
              <a:ext uri="{FF2B5EF4-FFF2-40B4-BE49-F238E27FC236}">
                <a16:creationId xmlns:a16="http://schemas.microsoft.com/office/drawing/2014/main" id="{86912241-6E30-4132-8D74-D1A538F9DB36}"/>
              </a:ext>
            </a:extLst>
          </p:cNvPr>
          <p:cNvGrpSpPr/>
          <p:nvPr/>
        </p:nvGrpSpPr>
        <p:grpSpPr>
          <a:xfrm rot="14321808">
            <a:off x="7643037" y="2685611"/>
            <a:ext cx="584885" cy="175995"/>
            <a:chOff x="7360095" y="3309569"/>
            <a:chExt cx="584885" cy="175995"/>
          </a:xfrm>
        </p:grpSpPr>
        <p:sp>
          <p:nvSpPr>
            <p:cNvPr id="70" name="Rätvinklig triangel 69">
              <a:extLst>
                <a:ext uri="{FF2B5EF4-FFF2-40B4-BE49-F238E27FC236}">
                  <a16:creationId xmlns:a16="http://schemas.microsoft.com/office/drawing/2014/main" id="{7C76643E-D542-41F5-8F54-5DD3C87D59AE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71" name="Rätvinklig triangel 70">
              <a:extLst>
                <a:ext uri="{FF2B5EF4-FFF2-40B4-BE49-F238E27FC236}">
                  <a16:creationId xmlns:a16="http://schemas.microsoft.com/office/drawing/2014/main" id="{6A53C087-36BF-4B67-BCD7-D62C85F00275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72" name="Grupp 71">
            <a:extLst>
              <a:ext uri="{FF2B5EF4-FFF2-40B4-BE49-F238E27FC236}">
                <a16:creationId xmlns:a16="http://schemas.microsoft.com/office/drawing/2014/main" id="{4ECCDE60-CBB1-4EF5-A6A7-0BB33273C7A3}"/>
              </a:ext>
            </a:extLst>
          </p:cNvPr>
          <p:cNvGrpSpPr/>
          <p:nvPr/>
        </p:nvGrpSpPr>
        <p:grpSpPr>
          <a:xfrm rot="7375672">
            <a:off x="8632418" y="2737188"/>
            <a:ext cx="584885" cy="175995"/>
            <a:chOff x="7360095" y="3309569"/>
            <a:chExt cx="584885" cy="175995"/>
          </a:xfrm>
        </p:grpSpPr>
        <p:sp>
          <p:nvSpPr>
            <p:cNvPr id="73" name="Rätvinklig triangel 72">
              <a:extLst>
                <a:ext uri="{FF2B5EF4-FFF2-40B4-BE49-F238E27FC236}">
                  <a16:creationId xmlns:a16="http://schemas.microsoft.com/office/drawing/2014/main" id="{56B39903-B6DC-45A2-8930-BE8A80A76A9A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74" name="Rätvinklig triangel 73">
              <a:extLst>
                <a:ext uri="{FF2B5EF4-FFF2-40B4-BE49-F238E27FC236}">
                  <a16:creationId xmlns:a16="http://schemas.microsoft.com/office/drawing/2014/main" id="{18D6878E-5BA6-4C94-A150-32789EF54D99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78" name="Grupp 77">
            <a:extLst>
              <a:ext uri="{FF2B5EF4-FFF2-40B4-BE49-F238E27FC236}">
                <a16:creationId xmlns:a16="http://schemas.microsoft.com/office/drawing/2014/main" id="{10AB011F-C465-470A-B6C1-8FF3D6D15C65}"/>
              </a:ext>
            </a:extLst>
          </p:cNvPr>
          <p:cNvGrpSpPr/>
          <p:nvPr/>
        </p:nvGrpSpPr>
        <p:grpSpPr>
          <a:xfrm rot="10800000">
            <a:off x="8713724" y="3069202"/>
            <a:ext cx="619428" cy="175995"/>
            <a:chOff x="7360095" y="3309569"/>
            <a:chExt cx="584885" cy="175995"/>
          </a:xfrm>
        </p:grpSpPr>
        <p:sp>
          <p:nvSpPr>
            <p:cNvPr id="79" name="Rätvinklig triangel 78">
              <a:extLst>
                <a:ext uri="{FF2B5EF4-FFF2-40B4-BE49-F238E27FC236}">
                  <a16:creationId xmlns:a16="http://schemas.microsoft.com/office/drawing/2014/main" id="{B7DBC67A-D577-4A01-AA0F-6DA9AAA64985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80" name="Rätvinklig triangel 79">
              <a:extLst>
                <a:ext uri="{FF2B5EF4-FFF2-40B4-BE49-F238E27FC236}">
                  <a16:creationId xmlns:a16="http://schemas.microsoft.com/office/drawing/2014/main" id="{3BC5FB01-7C66-4C6F-B98C-77A22E60A5A9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81" name="Grupp 80">
            <a:extLst>
              <a:ext uri="{FF2B5EF4-FFF2-40B4-BE49-F238E27FC236}">
                <a16:creationId xmlns:a16="http://schemas.microsoft.com/office/drawing/2014/main" id="{6D2A5030-5222-4C66-88AD-6E1EB936154E}"/>
              </a:ext>
            </a:extLst>
          </p:cNvPr>
          <p:cNvGrpSpPr/>
          <p:nvPr/>
        </p:nvGrpSpPr>
        <p:grpSpPr>
          <a:xfrm rot="7375672">
            <a:off x="9645939" y="2809802"/>
            <a:ext cx="584885" cy="175995"/>
            <a:chOff x="7360095" y="3309569"/>
            <a:chExt cx="584885" cy="175995"/>
          </a:xfrm>
        </p:grpSpPr>
        <p:sp>
          <p:nvSpPr>
            <p:cNvPr id="82" name="Rätvinklig triangel 81">
              <a:extLst>
                <a:ext uri="{FF2B5EF4-FFF2-40B4-BE49-F238E27FC236}">
                  <a16:creationId xmlns:a16="http://schemas.microsoft.com/office/drawing/2014/main" id="{9C981524-7341-4E22-9A79-BAB01F262CEC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83" name="Rätvinklig triangel 82">
              <a:extLst>
                <a:ext uri="{FF2B5EF4-FFF2-40B4-BE49-F238E27FC236}">
                  <a16:creationId xmlns:a16="http://schemas.microsoft.com/office/drawing/2014/main" id="{AD2EFF54-F0CB-46E6-874A-08D48D7ABBC0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87" name="Grupp 86">
            <a:extLst>
              <a:ext uri="{FF2B5EF4-FFF2-40B4-BE49-F238E27FC236}">
                <a16:creationId xmlns:a16="http://schemas.microsoft.com/office/drawing/2014/main" id="{995574CC-BF70-4013-83F2-DC0FCB997132}"/>
              </a:ext>
            </a:extLst>
          </p:cNvPr>
          <p:cNvGrpSpPr/>
          <p:nvPr/>
        </p:nvGrpSpPr>
        <p:grpSpPr>
          <a:xfrm rot="10800000">
            <a:off x="9716909" y="3125382"/>
            <a:ext cx="606781" cy="175996"/>
            <a:chOff x="7360096" y="3309569"/>
            <a:chExt cx="584884" cy="175996"/>
          </a:xfrm>
        </p:grpSpPr>
        <p:sp>
          <p:nvSpPr>
            <p:cNvPr id="88" name="Rätvinklig triangel 87">
              <a:extLst>
                <a:ext uri="{FF2B5EF4-FFF2-40B4-BE49-F238E27FC236}">
                  <a16:creationId xmlns:a16="http://schemas.microsoft.com/office/drawing/2014/main" id="{A5DEB34E-435B-4553-A5DE-4A53E0D9B560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89" name="Rätvinklig triangel 88">
              <a:extLst>
                <a:ext uri="{FF2B5EF4-FFF2-40B4-BE49-F238E27FC236}">
                  <a16:creationId xmlns:a16="http://schemas.microsoft.com/office/drawing/2014/main" id="{AFC331F9-45D3-452A-A4A1-4962FAAE47D0}"/>
                </a:ext>
              </a:extLst>
            </p:cNvPr>
            <p:cNvSpPr/>
            <p:nvPr/>
          </p:nvSpPr>
          <p:spPr>
            <a:xfrm flipH="1">
              <a:off x="7360096" y="3309570"/>
              <a:ext cx="277881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 dirty="0"/>
            </a:p>
          </p:txBody>
        </p:sp>
      </p:grpSp>
      <p:grpSp>
        <p:nvGrpSpPr>
          <p:cNvPr id="93" name="Grupp 92">
            <a:extLst>
              <a:ext uri="{FF2B5EF4-FFF2-40B4-BE49-F238E27FC236}">
                <a16:creationId xmlns:a16="http://schemas.microsoft.com/office/drawing/2014/main" id="{F25BA587-FF78-4A41-BAC4-0FB1515081FF}"/>
              </a:ext>
            </a:extLst>
          </p:cNvPr>
          <p:cNvGrpSpPr/>
          <p:nvPr/>
        </p:nvGrpSpPr>
        <p:grpSpPr>
          <a:xfrm rot="3554619" flipV="1">
            <a:off x="9814456" y="2808952"/>
            <a:ext cx="584885" cy="177697"/>
            <a:chOff x="7360095" y="3309569"/>
            <a:chExt cx="584885" cy="175995"/>
          </a:xfrm>
        </p:grpSpPr>
        <p:sp>
          <p:nvSpPr>
            <p:cNvPr id="94" name="Rätvinklig triangel 93">
              <a:extLst>
                <a:ext uri="{FF2B5EF4-FFF2-40B4-BE49-F238E27FC236}">
                  <a16:creationId xmlns:a16="http://schemas.microsoft.com/office/drawing/2014/main" id="{5A299CB0-17B1-4E38-A0AD-AE769F30F26D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95" name="Rätvinklig triangel 94">
              <a:extLst>
                <a:ext uri="{FF2B5EF4-FFF2-40B4-BE49-F238E27FC236}">
                  <a16:creationId xmlns:a16="http://schemas.microsoft.com/office/drawing/2014/main" id="{02025D1F-88CB-4230-8746-D4FC42D752BD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96" name="Grupp 95">
            <a:extLst>
              <a:ext uri="{FF2B5EF4-FFF2-40B4-BE49-F238E27FC236}">
                <a16:creationId xmlns:a16="http://schemas.microsoft.com/office/drawing/2014/main" id="{E23F007D-3C53-4FC4-8412-A2AADF5D536E}"/>
              </a:ext>
            </a:extLst>
          </p:cNvPr>
          <p:cNvGrpSpPr/>
          <p:nvPr/>
        </p:nvGrpSpPr>
        <p:grpSpPr>
          <a:xfrm rot="3554619" flipV="1">
            <a:off x="8831209" y="2739786"/>
            <a:ext cx="584885" cy="177697"/>
            <a:chOff x="7360095" y="3309569"/>
            <a:chExt cx="584885" cy="175995"/>
          </a:xfrm>
        </p:grpSpPr>
        <p:sp>
          <p:nvSpPr>
            <p:cNvPr id="97" name="Rätvinklig triangel 96">
              <a:extLst>
                <a:ext uri="{FF2B5EF4-FFF2-40B4-BE49-F238E27FC236}">
                  <a16:creationId xmlns:a16="http://schemas.microsoft.com/office/drawing/2014/main" id="{C3220B40-CC74-45F0-AE57-93C9D30D3513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98" name="Rätvinklig triangel 97">
              <a:extLst>
                <a:ext uri="{FF2B5EF4-FFF2-40B4-BE49-F238E27FC236}">
                  <a16:creationId xmlns:a16="http://schemas.microsoft.com/office/drawing/2014/main" id="{95707E7E-5B24-43E0-B10A-A916261763C8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112" name="Grupp 111">
            <a:extLst>
              <a:ext uri="{FF2B5EF4-FFF2-40B4-BE49-F238E27FC236}">
                <a16:creationId xmlns:a16="http://schemas.microsoft.com/office/drawing/2014/main" id="{63F6004D-4959-4E77-8DBE-A657894016AC}"/>
              </a:ext>
            </a:extLst>
          </p:cNvPr>
          <p:cNvGrpSpPr/>
          <p:nvPr/>
        </p:nvGrpSpPr>
        <p:grpSpPr>
          <a:xfrm rot="7375672">
            <a:off x="10676545" y="3015541"/>
            <a:ext cx="584885" cy="175995"/>
            <a:chOff x="7360095" y="3309569"/>
            <a:chExt cx="584885" cy="175995"/>
          </a:xfrm>
        </p:grpSpPr>
        <p:sp>
          <p:nvSpPr>
            <p:cNvPr id="113" name="Rätvinklig triangel 112">
              <a:extLst>
                <a:ext uri="{FF2B5EF4-FFF2-40B4-BE49-F238E27FC236}">
                  <a16:creationId xmlns:a16="http://schemas.microsoft.com/office/drawing/2014/main" id="{9CBE951A-00A1-46DC-93E7-540710A60E6E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14" name="Rätvinklig triangel 113">
              <a:extLst>
                <a:ext uri="{FF2B5EF4-FFF2-40B4-BE49-F238E27FC236}">
                  <a16:creationId xmlns:a16="http://schemas.microsoft.com/office/drawing/2014/main" id="{F575FCE6-7267-431F-9246-38AE5891C224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grpSp>
        <p:nvGrpSpPr>
          <p:cNvPr id="115" name="Grupp 114">
            <a:extLst>
              <a:ext uri="{FF2B5EF4-FFF2-40B4-BE49-F238E27FC236}">
                <a16:creationId xmlns:a16="http://schemas.microsoft.com/office/drawing/2014/main" id="{1565004A-DEF5-4F0E-81E5-5FFCB7DDA9F4}"/>
              </a:ext>
            </a:extLst>
          </p:cNvPr>
          <p:cNvGrpSpPr/>
          <p:nvPr/>
        </p:nvGrpSpPr>
        <p:grpSpPr>
          <a:xfrm rot="10800000">
            <a:off x="10747515" y="3331121"/>
            <a:ext cx="606781" cy="175996"/>
            <a:chOff x="7360096" y="3309569"/>
            <a:chExt cx="584884" cy="175996"/>
          </a:xfrm>
        </p:grpSpPr>
        <p:sp>
          <p:nvSpPr>
            <p:cNvPr id="116" name="Rätvinklig triangel 115">
              <a:extLst>
                <a:ext uri="{FF2B5EF4-FFF2-40B4-BE49-F238E27FC236}">
                  <a16:creationId xmlns:a16="http://schemas.microsoft.com/office/drawing/2014/main" id="{699BC1F0-4FC5-4DBE-A48F-C0B289DE600F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17" name="Rätvinklig triangel 116">
              <a:extLst>
                <a:ext uri="{FF2B5EF4-FFF2-40B4-BE49-F238E27FC236}">
                  <a16:creationId xmlns:a16="http://schemas.microsoft.com/office/drawing/2014/main" id="{815DE0EF-DBD9-4630-AEC2-A6E5944CA29C}"/>
                </a:ext>
              </a:extLst>
            </p:cNvPr>
            <p:cNvSpPr/>
            <p:nvPr/>
          </p:nvSpPr>
          <p:spPr>
            <a:xfrm flipH="1">
              <a:off x="7360096" y="3309570"/>
              <a:ext cx="277881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 dirty="0"/>
            </a:p>
          </p:txBody>
        </p:sp>
      </p:grpSp>
      <p:grpSp>
        <p:nvGrpSpPr>
          <p:cNvPr id="118" name="Grupp 117">
            <a:extLst>
              <a:ext uri="{FF2B5EF4-FFF2-40B4-BE49-F238E27FC236}">
                <a16:creationId xmlns:a16="http://schemas.microsoft.com/office/drawing/2014/main" id="{BC37B315-DD26-4624-82AF-FE1CD1613775}"/>
              </a:ext>
            </a:extLst>
          </p:cNvPr>
          <p:cNvGrpSpPr/>
          <p:nvPr/>
        </p:nvGrpSpPr>
        <p:grpSpPr>
          <a:xfrm rot="3554619" flipV="1">
            <a:off x="10845062" y="3014691"/>
            <a:ext cx="584885" cy="177697"/>
            <a:chOff x="7360095" y="3309569"/>
            <a:chExt cx="584885" cy="175995"/>
          </a:xfrm>
        </p:grpSpPr>
        <p:sp>
          <p:nvSpPr>
            <p:cNvPr id="119" name="Rätvinklig triangel 118">
              <a:extLst>
                <a:ext uri="{FF2B5EF4-FFF2-40B4-BE49-F238E27FC236}">
                  <a16:creationId xmlns:a16="http://schemas.microsoft.com/office/drawing/2014/main" id="{07422DBD-0A22-4381-9306-A4A4D5D0992A}"/>
                </a:ext>
              </a:extLst>
            </p:cNvPr>
            <p:cNvSpPr/>
            <p:nvPr/>
          </p:nvSpPr>
          <p:spPr>
            <a:xfrm>
              <a:off x="7651610" y="3309569"/>
              <a:ext cx="293370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  <p:sp>
          <p:nvSpPr>
            <p:cNvPr id="120" name="Rätvinklig triangel 119">
              <a:extLst>
                <a:ext uri="{FF2B5EF4-FFF2-40B4-BE49-F238E27FC236}">
                  <a16:creationId xmlns:a16="http://schemas.microsoft.com/office/drawing/2014/main" id="{EFE3A980-2A86-4507-BAC6-7058C0F90360}"/>
                </a:ext>
              </a:extLst>
            </p:cNvPr>
            <p:cNvSpPr/>
            <p:nvPr/>
          </p:nvSpPr>
          <p:spPr>
            <a:xfrm flipH="1">
              <a:off x="7360095" y="3309569"/>
              <a:ext cx="282942" cy="175995"/>
            </a:xfrm>
            <a:prstGeom prst="rt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FI"/>
            </a:p>
          </p:txBody>
        </p:sp>
      </p:grpSp>
      <p:sp>
        <p:nvSpPr>
          <p:cNvPr id="141" name="Rätvinklig triangel 140">
            <a:extLst>
              <a:ext uri="{FF2B5EF4-FFF2-40B4-BE49-F238E27FC236}">
                <a16:creationId xmlns:a16="http://schemas.microsoft.com/office/drawing/2014/main" id="{6E7768D7-AEF0-44FF-BDEA-9CC81417D3C3}"/>
              </a:ext>
            </a:extLst>
          </p:cNvPr>
          <p:cNvSpPr/>
          <p:nvPr/>
        </p:nvSpPr>
        <p:spPr>
          <a:xfrm rot="15764407" flipV="1">
            <a:off x="7518568" y="3581729"/>
            <a:ext cx="520824" cy="199820"/>
          </a:xfrm>
          <a:prstGeom prst="rt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146" name="textruta 145">
            <a:extLst>
              <a:ext uri="{FF2B5EF4-FFF2-40B4-BE49-F238E27FC236}">
                <a16:creationId xmlns:a16="http://schemas.microsoft.com/office/drawing/2014/main" id="{9BE13A2A-0B40-494E-8146-38C126C3730C}"/>
              </a:ext>
            </a:extLst>
          </p:cNvPr>
          <p:cNvSpPr txBox="1"/>
          <p:nvPr/>
        </p:nvSpPr>
        <p:spPr>
          <a:xfrm>
            <a:off x="1169919" y="2531888"/>
            <a:ext cx="189243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0" b="1" dirty="0">
                <a:latin typeface="Franklin Gothic Demi Cond" panose="020B0706030402020204" pitchFamily="34" charset="0"/>
              </a:rPr>
              <a:t>A</a:t>
            </a:r>
            <a:endParaRPr lang="sv-FI" sz="25000" b="1" dirty="0">
              <a:latin typeface="Franklin Gothic Demi Cond" panose="020B0706030402020204" pitchFamily="34" charset="0"/>
            </a:endParaRPr>
          </a:p>
        </p:txBody>
      </p:sp>
      <p:sp>
        <p:nvSpPr>
          <p:cNvPr id="3" name="Frihandsfigur: Form 2">
            <a:extLst>
              <a:ext uri="{FF2B5EF4-FFF2-40B4-BE49-F238E27FC236}">
                <a16:creationId xmlns:a16="http://schemas.microsoft.com/office/drawing/2014/main" id="{8D6FF5D2-87C5-49E7-B3C3-010B80A452CB}"/>
              </a:ext>
            </a:extLst>
          </p:cNvPr>
          <p:cNvSpPr/>
          <p:nvPr/>
        </p:nvSpPr>
        <p:spPr>
          <a:xfrm>
            <a:off x="550637" y="3301377"/>
            <a:ext cx="1760220" cy="2184400"/>
          </a:xfrm>
          <a:custGeom>
            <a:avLst/>
            <a:gdLst>
              <a:gd name="connsiteX0" fmla="*/ 0 w 1760220"/>
              <a:gd name="connsiteY0" fmla="*/ 2184400 h 2184400"/>
              <a:gd name="connsiteX1" fmla="*/ 685800 w 1760220"/>
              <a:gd name="connsiteY1" fmla="*/ 1313180 h 2184400"/>
              <a:gd name="connsiteX2" fmla="*/ 855980 w 1760220"/>
              <a:gd name="connsiteY2" fmla="*/ 525780 h 2184400"/>
              <a:gd name="connsiteX3" fmla="*/ 1041400 w 1760220"/>
              <a:gd name="connsiteY3" fmla="*/ 1315720 h 2184400"/>
              <a:gd name="connsiteX4" fmla="*/ 1760220 w 1760220"/>
              <a:gd name="connsiteY4" fmla="*/ 2171700 h 2184400"/>
              <a:gd name="connsiteX5" fmla="*/ 1153160 w 1760220"/>
              <a:gd name="connsiteY5" fmla="*/ 10160 h 2184400"/>
              <a:gd name="connsiteX6" fmla="*/ 645160 w 1760220"/>
              <a:gd name="connsiteY6" fmla="*/ 0 h 2184400"/>
              <a:gd name="connsiteX7" fmla="*/ 0 w 1760220"/>
              <a:gd name="connsiteY7" fmla="*/ 2184400 h 218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0220" h="2184400">
                <a:moveTo>
                  <a:pt x="0" y="2184400"/>
                </a:moveTo>
                <a:lnTo>
                  <a:pt x="685800" y="1313180"/>
                </a:lnTo>
                <a:lnTo>
                  <a:pt x="855980" y="525780"/>
                </a:lnTo>
                <a:lnTo>
                  <a:pt x="1041400" y="1315720"/>
                </a:lnTo>
                <a:lnTo>
                  <a:pt x="1760220" y="2171700"/>
                </a:lnTo>
                <a:lnTo>
                  <a:pt x="1153160" y="10160"/>
                </a:lnTo>
                <a:lnTo>
                  <a:pt x="645160" y="0"/>
                </a:lnTo>
                <a:lnTo>
                  <a:pt x="0" y="21844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84" name="textruta 83">
            <a:extLst>
              <a:ext uri="{FF2B5EF4-FFF2-40B4-BE49-F238E27FC236}">
                <a16:creationId xmlns:a16="http://schemas.microsoft.com/office/drawing/2014/main" id="{AC76CABF-89FA-4152-9DD2-D8AC0D3D5550}"/>
              </a:ext>
            </a:extLst>
          </p:cNvPr>
          <p:cNvSpPr txBox="1"/>
          <p:nvPr/>
        </p:nvSpPr>
        <p:spPr>
          <a:xfrm>
            <a:off x="7071751" y="4437090"/>
            <a:ext cx="52944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0" b="1" dirty="0">
                <a:latin typeface="Franklin Gothic Demi Cond" panose="020B0706030402020204" pitchFamily="34" charset="0"/>
              </a:rPr>
              <a:t>ASTEMS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  <p:sp>
        <p:nvSpPr>
          <p:cNvPr id="85" name="Frihandsfigur: Form 84">
            <a:extLst>
              <a:ext uri="{FF2B5EF4-FFF2-40B4-BE49-F238E27FC236}">
                <a16:creationId xmlns:a16="http://schemas.microsoft.com/office/drawing/2014/main" id="{6223BF88-497C-4049-A167-2F61B3A11C9E}"/>
              </a:ext>
            </a:extLst>
          </p:cNvPr>
          <p:cNvSpPr/>
          <p:nvPr/>
        </p:nvSpPr>
        <p:spPr>
          <a:xfrm>
            <a:off x="1430242" y="3140812"/>
            <a:ext cx="1769745" cy="2181225"/>
          </a:xfrm>
          <a:custGeom>
            <a:avLst/>
            <a:gdLst>
              <a:gd name="connsiteX0" fmla="*/ 0 w 1769745"/>
              <a:gd name="connsiteY0" fmla="*/ 2179320 h 2181225"/>
              <a:gd name="connsiteX1" fmla="*/ 864870 w 1769745"/>
              <a:gd name="connsiteY1" fmla="*/ 0 h 2181225"/>
              <a:gd name="connsiteX2" fmla="*/ 1769745 w 1769745"/>
              <a:gd name="connsiteY2" fmla="*/ 2181225 h 2181225"/>
              <a:gd name="connsiteX3" fmla="*/ 1137285 w 1769745"/>
              <a:gd name="connsiteY3" fmla="*/ 1735455 h 2181225"/>
              <a:gd name="connsiteX4" fmla="*/ 590550 w 1769745"/>
              <a:gd name="connsiteY4" fmla="*/ 1735455 h 2181225"/>
              <a:gd name="connsiteX5" fmla="*/ 0 w 1769745"/>
              <a:gd name="connsiteY5" fmla="*/ 217932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9745" h="2181225">
                <a:moveTo>
                  <a:pt x="0" y="2179320"/>
                </a:moveTo>
                <a:lnTo>
                  <a:pt x="864870" y="0"/>
                </a:lnTo>
                <a:lnTo>
                  <a:pt x="1769745" y="2181225"/>
                </a:lnTo>
                <a:lnTo>
                  <a:pt x="1137285" y="1735455"/>
                </a:lnTo>
                <a:lnTo>
                  <a:pt x="590550" y="1735455"/>
                </a:lnTo>
                <a:lnTo>
                  <a:pt x="0" y="217932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6" name="Frihandsfigur: Form 5">
            <a:extLst>
              <a:ext uri="{FF2B5EF4-FFF2-40B4-BE49-F238E27FC236}">
                <a16:creationId xmlns:a16="http://schemas.microsoft.com/office/drawing/2014/main" id="{B449F51B-0821-414C-860E-68F08561360D}"/>
              </a:ext>
            </a:extLst>
          </p:cNvPr>
          <p:cNvSpPr/>
          <p:nvPr/>
        </p:nvSpPr>
        <p:spPr>
          <a:xfrm>
            <a:off x="6280949" y="4915026"/>
            <a:ext cx="814169" cy="1045896"/>
          </a:xfrm>
          <a:custGeom>
            <a:avLst/>
            <a:gdLst>
              <a:gd name="connsiteX0" fmla="*/ 0 w 1767840"/>
              <a:gd name="connsiteY0" fmla="*/ 2179320 h 2185035"/>
              <a:gd name="connsiteX1" fmla="*/ 862965 w 1767840"/>
              <a:gd name="connsiteY1" fmla="*/ 0 h 2185035"/>
              <a:gd name="connsiteX2" fmla="*/ 1767840 w 1767840"/>
              <a:gd name="connsiteY2" fmla="*/ 2185035 h 2185035"/>
              <a:gd name="connsiteX3" fmla="*/ 1038225 w 1767840"/>
              <a:gd name="connsiteY3" fmla="*/ 1318260 h 2185035"/>
              <a:gd name="connsiteX4" fmla="*/ 866775 w 1767840"/>
              <a:gd name="connsiteY4" fmla="*/ 24765 h 2185035"/>
              <a:gd name="connsiteX5" fmla="*/ 676275 w 1767840"/>
              <a:gd name="connsiteY5" fmla="*/ 1333500 h 2185035"/>
              <a:gd name="connsiteX6" fmla="*/ 0 w 1767840"/>
              <a:gd name="connsiteY6" fmla="*/ 2179320 h 2185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7840" h="2185035">
                <a:moveTo>
                  <a:pt x="0" y="2179320"/>
                </a:moveTo>
                <a:lnTo>
                  <a:pt x="862965" y="0"/>
                </a:lnTo>
                <a:lnTo>
                  <a:pt x="1767840" y="2185035"/>
                </a:lnTo>
                <a:lnTo>
                  <a:pt x="1038225" y="1318260"/>
                </a:lnTo>
                <a:lnTo>
                  <a:pt x="866775" y="24765"/>
                </a:lnTo>
                <a:lnTo>
                  <a:pt x="676275" y="1333500"/>
                </a:lnTo>
                <a:lnTo>
                  <a:pt x="0" y="217932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  <p:sp>
        <p:nvSpPr>
          <p:cNvPr id="90" name="textruta 89">
            <a:extLst>
              <a:ext uri="{FF2B5EF4-FFF2-40B4-BE49-F238E27FC236}">
                <a16:creationId xmlns:a16="http://schemas.microsoft.com/office/drawing/2014/main" id="{60466C11-6167-43D6-B128-C305FDFF88F9}"/>
              </a:ext>
            </a:extLst>
          </p:cNvPr>
          <p:cNvSpPr txBox="1"/>
          <p:nvPr/>
        </p:nvSpPr>
        <p:spPr>
          <a:xfrm>
            <a:off x="2719499" y="1634621"/>
            <a:ext cx="52944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0" b="1" dirty="0">
                <a:latin typeface="Franklin Gothic Demi Cond" panose="020B0706030402020204" pitchFamily="34" charset="0"/>
              </a:rPr>
              <a:t>STEMS</a:t>
            </a:r>
            <a:endParaRPr lang="sv-FI" sz="12000" b="1" dirty="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762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3856CC7-76B8-4D39-ADE4-17CB6605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FI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FD096E79-6484-4A9E-B4DF-D63425099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237" y="2763044"/>
            <a:ext cx="839152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1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</TotalTime>
  <Words>54</Words>
  <Application>Microsoft Office PowerPoint</Application>
  <PresentationFormat>Bredbild</PresentationFormat>
  <Paragraphs>24</Paragraphs>
  <Slides>11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Franklin Gothic Demi Cond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Anton Sundqvist</dc:creator>
  <cp:lastModifiedBy>Anton</cp:lastModifiedBy>
  <cp:revision>13</cp:revision>
  <dcterms:created xsi:type="dcterms:W3CDTF">2020-04-05T10:22:38Z</dcterms:created>
  <dcterms:modified xsi:type="dcterms:W3CDTF">2021-10-31T11:00:26Z</dcterms:modified>
</cp:coreProperties>
</file>