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</p:sldIdLst>
  <p:sldSz cx="12192000" cy="6858000"/>
  <p:notesSz cx="6858000" cy="9144000"/>
  <p:defaultTextStyle>
    <a:defPPr>
      <a:defRPr lang="sv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C8CCB-5DE1-FB4F-8A3A-A9F4792EAEB9}" v="9" dt="2022-01-03T12:33:54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94"/>
    <p:restoredTop sz="95833"/>
  </p:normalViewPr>
  <p:slideViewPr>
    <p:cSldViewPr snapToGrid="0" snapToObjects="1">
      <p:cViewPr varScale="1">
        <p:scale>
          <a:sx n="248" d="100"/>
          <a:sy n="248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fine Sundqvist" userId="5049bd26-4f28-447a-98cf-555013cd4eaf" providerId="ADAL" clId="{F93C8CCB-5DE1-FB4F-8A3A-A9F4792EAEB9}"/>
    <pc:docChg chg="modSld">
      <pc:chgData name="Josefine Sundqvist" userId="5049bd26-4f28-447a-98cf-555013cd4eaf" providerId="ADAL" clId="{F93C8CCB-5DE1-FB4F-8A3A-A9F4792EAEB9}" dt="2022-01-03T12:33:54.068" v="8"/>
      <pc:docMkLst>
        <pc:docMk/>
      </pc:docMkLst>
      <pc:sldChg chg="setBg">
        <pc:chgData name="Josefine Sundqvist" userId="5049bd26-4f28-447a-98cf-555013cd4eaf" providerId="ADAL" clId="{F93C8CCB-5DE1-FB4F-8A3A-A9F4792EAEB9}" dt="2022-01-03T12:33:54.068" v="8"/>
        <pc:sldMkLst>
          <pc:docMk/>
          <pc:sldMk cId="2625317588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517FC9-F3B8-C149-A60B-FDB574876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319B5926-988F-9841-9BA6-3838E96FC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2B9ADD3-920C-D34B-BFAC-30F7F6509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3231AD-7A7B-D54B-B611-DB45CE03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5182487-DA31-D143-BD77-9F8E783F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399565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9D624E-1F11-3449-86A4-A89843D3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B80B3C0-0BEE-844E-9F05-AE41C2C7F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90A6219-A90B-604F-BE65-F68B330C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B1BFC12-35D2-8C4C-B6C7-F9796648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D897509-77FE-0444-8EFB-F9E0242F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162744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F0162AC-F9A2-0F4C-A564-9912D1C42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A3D4075-FCEF-524A-A5E5-5DB9F0DE8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2C54074-463E-B343-A6B6-B48DE891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091CAD3-639A-8F44-A58E-2B3289E6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BF7FFBE-8A45-044A-AE54-E86FE691A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85612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CAA5FD8-C68A-3C46-86B6-C51ABEC3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0A8B60B-FBD3-0F40-B5FB-476B8AD2F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27D02135-5A54-C44A-B288-06FEB3305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2751F25-6D1F-AE4A-8771-9D8552CB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DDDAECC-6E0F-EB44-A7A7-05B666D3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C6028CD-5712-0544-9174-E804D2CD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338505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49C81DA-0255-F74D-8F03-B9CA034C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6B56929-1742-B94D-A0F2-7135561DA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EFC4612-46C5-004E-8126-0BF2909E8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430C30E8-0BC8-544F-B6EE-CB1B0277F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04C691C0-62A1-9C43-A2C8-D6F28DCF4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4195F0BA-A3B1-2044-98DE-40467D34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960CF5C7-36ED-A943-AFB0-E85FD677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00B69C8C-5395-944E-98D8-9F228EC9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44214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EAAE33B-10E6-C34C-A49C-A0843733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850D363-B6C7-3A4E-B9A9-230A2C30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97F3D12-FF5D-A44C-AC3A-DB5AB728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361EEAE-0AFD-324A-963A-EE285526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10532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8D609C85-DC14-7241-8854-3D161D90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2E9C93EF-B6DF-5147-B41E-9D4526C4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D675F9FB-063F-E74D-9BCB-B21EB82E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22186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4D4EF2-B4A0-A346-8369-E3E9211B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7E0B73D-0BF9-EA40-9E0E-8DE7EB8F2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355CCC4-C269-8346-B273-6BD220E88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F8E5551-A39F-A448-834C-BE813DD3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E9F1A6F-F39F-984D-BB84-0D6E3A42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24EFCC6-EF7B-E64C-BA3E-6219D8E6B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43565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FAFA29F-9204-8948-97A6-C0EFEFF2A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FD2622E8-0C9B-F641-8E70-941E53F2F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FI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65BBDEE-9C4E-8D44-9A61-0B1189B1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D51331B-BE49-DB43-9F1E-ADFE8A6A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FAC9E6-7E2D-B04C-9615-CF132BC7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8A0FBD0-540E-1C4D-93F1-310FDFCE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209029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6BD8E6D-100F-BE42-AB58-6EA6FD0C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8583E7E3-CE6F-8B4E-9F07-92121622F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695AE47-6EF4-A840-983F-E14126CC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179AD4-8CA9-7646-89FC-B1125D6B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C341332-58D3-054C-B54F-63EA37D4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181614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EF8977BA-60C8-B24C-B31F-25A5D8FA1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3BD5CD1-DE0C-C847-98E5-185AFB8C1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6026739-1213-8A4F-A65E-5798BAA8B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50B2B60-BB34-0D43-A6CA-6B0ABD20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6B752A7-6F04-9D4D-804F-9DF67713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12764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0B58BECD-2FB0-244E-9946-8DDC2617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sv-FI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EACD820-DCCB-E742-9384-C01030E0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FI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94E4935-D425-B046-8BBA-FA59E2CDC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538B3-7F4D-3842-B5C0-456D24DCE4E1}" type="datetimeFigureOut">
              <a:rPr lang="sv-FI" smtClean="0"/>
              <a:t>2022-01-03</a:t>
            </a:fld>
            <a:endParaRPr lang="sv-FI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02192A8-CE7D-114C-93E3-2AC609382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FI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F465B6A-3767-D145-A9FE-5AD361FF6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8AD45-E6DE-AA45-A1AD-ED53C4858705}" type="slidenum">
              <a:rPr lang="sv-FI" smtClean="0"/>
              <a:t>‹#›</a:t>
            </a:fld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385361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55AD32FF-95A8-484E-8649-25A99DD19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537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7600" dirty="0">
                <a:solidFill>
                  <a:srgbClr val="212121"/>
                </a:solidFill>
                <a:latin typeface="Franklin Gothic Demi Cond" panose="020B0706030402020204" pitchFamily="34" charset="0"/>
              </a:rPr>
              <a:t>     </a:t>
            </a:r>
            <a:r>
              <a:rPr lang="en-US" sz="7600" b="1" dirty="0">
                <a:solidFill>
                  <a:schemeClr val="bg1"/>
                </a:solidFill>
                <a:latin typeface="Grotesque" panose="020B0504020202020204" pitchFamily="34" charset="0"/>
              </a:rPr>
              <a:t>ASTEMES</a:t>
            </a:r>
            <a:endParaRPr lang="sv-FI" sz="7600" b="1" dirty="0">
              <a:solidFill>
                <a:schemeClr val="bg1"/>
              </a:solidFill>
              <a:latin typeface="Grotesque" panose="020B0504020202020204" pitchFamily="34" charset="0"/>
            </a:endParaRPr>
          </a:p>
        </p:txBody>
      </p:sp>
      <p:sp>
        <p:nvSpPr>
          <p:cNvPr id="5" name="Underrubrik 4">
            <a:extLst>
              <a:ext uri="{FF2B5EF4-FFF2-40B4-BE49-F238E27FC236}">
                <a16:creationId xmlns:a16="http://schemas.microsoft.com/office/drawing/2014/main" id="{0416D991-01DB-4020-88B1-24B25E0F7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5157" y="323570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Grotesque" panose="020B0504020202020204" pitchFamily="34" charset="0"/>
              </a:rPr>
              <a:t>Test and Measurement Solutions</a:t>
            </a:r>
            <a:endParaRPr lang="sv-FI" dirty="0">
              <a:solidFill>
                <a:schemeClr val="bg1"/>
              </a:solidFill>
              <a:latin typeface="Grotesque" panose="020B0504020202020204" pitchFamily="34" charset="0"/>
            </a:endParaRPr>
          </a:p>
        </p:txBody>
      </p:sp>
      <p:pic>
        <p:nvPicPr>
          <p:cNvPr id="9" name="Platshållare för innehåll 5">
            <a:extLst>
              <a:ext uri="{FF2B5EF4-FFF2-40B4-BE49-F238E27FC236}">
                <a16:creationId xmlns:a16="http://schemas.microsoft.com/office/drawing/2014/main" id="{BE3C9F20-85EA-4A7D-97A3-C54BD6E7E4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24" t="13275" r="38800" b="59178"/>
          <a:stretch/>
        </p:blipFill>
        <p:spPr>
          <a:xfrm>
            <a:off x="2823907" y="2416216"/>
            <a:ext cx="1248355" cy="1198659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F352467F-1767-474D-8046-3516B7216FE9}"/>
              </a:ext>
            </a:extLst>
          </p:cNvPr>
          <p:cNvSpPr/>
          <p:nvPr/>
        </p:nvSpPr>
        <p:spPr>
          <a:xfrm>
            <a:off x="141514" y="1621971"/>
            <a:ext cx="9546772" cy="26265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FI"/>
          </a:p>
        </p:txBody>
      </p:sp>
    </p:spTree>
    <p:extLst>
      <p:ext uri="{BB962C8B-B14F-4D97-AF65-F5344CB8AC3E}">
        <p14:creationId xmlns:p14="http://schemas.microsoft.com/office/powerpoint/2010/main" val="262531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Macintosh PowerPoint</Application>
  <PresentationFormat>Bredbild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Franklin Gothic Demi Cond</vt:lpstr>
      <vt:lpstr>Grotesque</vt:lpstr>
      <vt:lpstr>Office-tema</vt:lpstr>
      <vt:lpstr>     ASTEMES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ASTEMES</dc:title>
  <dc:creator>Josefine Sundqvist</dc:creator>
  <cp:lastModifiedBy>Josefine Sundqvist</cp:lastModifiedBy>
  <cp:revision>1</cp:revision>
  <dcterms:created xsi:type="dcterms:W3CDTF">2022-01-03T11:30:34Z</dcterms:created>
  <dcterms:modified xsi:type="dcterms:W3CDTF">2022-01-03T12:33:59Z</dcterms:modified>
</cp:coreProperties>
</file>